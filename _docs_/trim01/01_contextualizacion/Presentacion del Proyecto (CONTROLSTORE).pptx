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4594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3" y="3435861"/>
            <a:ext cx="12182853" cy="39345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40488"/>
            <a:ext cx="12192000" cy="2196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340488"/>
            <a:ext cx="12192000" cy="21960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0697" y="1573815"/>
            <a:ext cx="868897" cy="15097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70697" y="1573815"/>
            <a:ext cx="868897" cy="15097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29539" y="1743092"/>
            <a:ext cx="937494" cy="51240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29539" y="1743092"/>
            <a:ext cx="937494" cy="51240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0" y="5265882"/>
            <a:ext cx="12187555" cy="499109"/>
          </a:xfrm>
          <a:custGeom>
            <a:avLst/>
            <a:gdLst/>
            <a:ahLst/>
            <a:cxnLst/>
            <a:rect l="l" t="t" r="r" b="b"/>
            <a:pathLst>
              <a:path w="12187555" h="499110">
                <a:moveTo>
                  <a:pt x="12184380" y="498348"/>
                </a:moveTo>
                <a:lnTo>
                  <a:pt x="0" y="498348"/>
                </a:lnTo>
                <a:lnTo>
                  <a:pt x="0" y="0"/>
                </a:lnTo>
                <a:lnTo>
                  <a:pt x="12184380" y="0"/>
                </a:lnTo>
                <a:lnTo>
                  <a:pt x="12184380" y="498348"/>
                </a:lnTo>
                <a:close/>
              </a:path>
            </a:pathLst>
          </a:custGeom>
          <a:solidFill>
            <a:srgbClr val="3FA3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2567" y="245744"/>
            <a:ext cx="6761797" cy="966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779" y="2163381"/>
            <a:ext cx="11043285" cy="1673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jp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Gantt_Proyecto_Control_Store.xls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55" y="2569463"/>
            <a:ext cx="433578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spc="229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3950" b="1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950" b="1" spc="275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0876" y="2767076"/>
            <a:ext cx="2000250" cy="1333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50">
              <a:latin typeface="Times New Roman"/>
              <a:cs typeface="Times New Roman"/>
            </a:endParaRPr>
          </a:p>
          <a:p>
            <a:pPr marL="357505">
              <a:lnSpc>
                <a:spcPct val="100000"/>
              </a:lnSpc>
              <a:spcBef>
                <a:spcPts val="5"/>
              </a:spcBef>
            </a:pPr>
            <a:r>
              <a:rPr sz="1550" spc="90" dirty="0">
                <a:latin typeface="Trebuchet MS"/>
                <a:cs typeface="Trebuchet MS"/>
              </a:rPr>
              <a:t>Logo</a:t>
            </a:r>
            <a:r>
              <a:rPr sz="1550" spc="35" dirty="0">
                <a:latin typeface="Trebuchet MS"/>
                <a:cs typeface="Trebuchet MS"/>
              </a:rPr>
              <a:t> </a:t>
            </a:r>
            <a:r>
              <a:rPr sz="1550" spc="75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6300" y="2762250"/>
            <a:ext cx="2019363" cy="13430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10879" y="3289236"/>
            <a:ext cx="1390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90" dirty="0">
                <a:latin typeface="Trebuchet MS"/>
                <a:cs typeface="Trebuchet MS"/>
              </a:rPr>
              <a:t>Logo</a:t>
            </a:r>
            <a:r>
              <a:rPr sz="1550" spc="30" dirty="0">
                <a:latin typeface="Trebuchet MS"/>
                <a:cs typeface="Trebuchet MS"/>
              </a:rPr>
              <a:t> </a:t>
            </a:r>
            <a:r>
              <a:rPr sz="1550" spc="90" dirty="0"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6050" y="2762250"/>
            <a:ext cx="2066925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222" y="314329"/>
              <a:ext cx="174455" cy="170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29950" y="512812"/>
              <a:ext cx="811530" cy="587375"/>
            </a:xfrm>
            <a:custGeom>
              <a:avLst/>
              <a:gdLst/>
              <a:ahLst/>
              <a:cxnLst/>
              <a:rect l="l" t="t" r="r" b="b"/>
              <a:pathLst>
                <a:path w="811529" h="587375">
                  <a:moveTo>
                    <a:pt x="201536" y="77736"/>
                  </a:moveTo>
                  <a:lnTo>
                    <a:pt x="168719" y="51828"/>
                  </a:lnTo>
                  <a:lnTo>
                    <a:pt x="163169" y="50266"/>
                  </a:lnTo>
                  <a:lnTo>
                    <a:pt x="155905" y="48653"/>
                  </a:lnTo>
                  <a:lnTo>
                    <a:pt x="146977" y="46951"/>
                  </a:lnTo>
                  <a:lnTo>
                    <a:pt x="136436" y="45097"/>
                  </a:lnTo>
                  <a:lnTo>
                    <a:pt x="134353" y="45097"/>
                  </a:lnTo>
                  <a:lnTo>
                    <a:pt x="131229" y="44577"/>
                  </a:lnTo>
                  <a:lnTo>
                    <a:pt x="127063" y="43535"/>
                  </a:lnTo>
                  <a:lnTo>
                    <a:pt x="113093" y="41021"/>
                  </a:lnTo>
                  <a:lnTo>
                    <a:pt x="103174" y="38163"/>
                  </a:lnTo>
                  <a:lnTo>
                    <a:pt x="97256" y="35013"/>
                  </a:lnTo>
                  <a:lnTo>
                    <a:pt x="95300" y="31623"/>
                  </a:lnTo>
                  <a:lnTo>
                    <a:pt x="95300" y="28511"/>
                  </a:lnTo>
                  <a:lnTo>
                    <a:pt x="97383" y="26428"/>
                  </a:lnTo>
                  <a:lnTo>
                    <a:pt x="101028" y="24879"/>
                  </a:lnTo>
                  <a:lnTo>
                    <a:pt x="105194" y="23837"/>
                  </a:lnTo>
                  <a:lnTo>
                    <a:pt x="110921" y="22809"/>
                  </a:lnTo>
                  <a:lnTo>
                    <a:pt x="127584" y="22809"/>
                  </a:lnTo>
                  <a:lnTo>
                    <a:pt x="134874" y="23837"/>
                  </a:lnTo>
                  <a:lnTo>
                    <a:pt x="139560" y="25908"/>
                  </a:lnTo>
                  <a:lnTo>
                    <a:pt x="144767" y="27990"/>
                  </a:lnTo>
                  <a:lnTo>
                    <a:pt x="147370" y="31102"/>
                  </a:lnTo>
                  <a:lnTo>
                    <a:pt x="147370" y="35763"/>
                  </a:lnTo>
                  <a:lnTo>
                    <a:pt x="195808" y="35763"/>
                  </a:lnTo>
                  <a:lnTo>
                    <a:pt x="195808" y="34213"/>
                  </a:lnTo>
                  <a:lnTo>
                    <a:pt x="194970" y="28511"/>
                  </a:lnTo>
                  <a:lnTo>
                    <a:pt x="194906" y="27990"/>
                  </a:lnTo>
                  <a:lnTo>
                    <a:pt x="194779" y="27178"/>
                  </a:lnTo>
                  <a:lnTo>
                    <a:pt x="194678" y="26428"/>
                  </a:lnTo>
                  <a:lnTo>
                    <a:pt x="194627" y="26149"/>
                  </a:lnTo>
                  <a:lnTo>
                    <a:pt x="153555" y="2006"/>
                  </a:lnTo>
                  <a:lnTo>
                    <a:pt x="138988" y="571"/>
                  </a:lnTo>
                  <a:lnTo>
                    <a:pt x="141097" y="571"/>
                  </a:lnTo>
                  <a:lnTo>
                    <a:pt x="120294" y="0"/>
                  </a:lnTo>
                  <a:lnTo>
                    <a:pt x="101930" y="571"/>
                  </a:lnTo>
                  <a:lnTo>
                    <a:pt x="85915" y="2273"/>
                  </a:lnTo>
                  <a:lnTo>
                    <a:pt x="45694" y="20091"/>
                  </a:lnTo>
                  <a:lnTo>
                    <a:pt x="40779" y="34213"/>
                  </a:lnTo>
                  <a:lnTo>
                    <a:pt x="40652" y="35013"/>
                  </a:lnTo>
                  <a:lnTo>
                    <a:pt x="73482" y="65697"/>
                  </a:lnTo>
                  <a:lnTo>
                    <a:pt x="109880" y="73075"/>
                  </a:lnTo>
                  <a:lnTo>
                    <a:pt x="111963" y="73596"/>
                  </a:lnTo>
                  <a:lnTo>
                    <a:pt x="113525" y="73596"/>
                  </a:lnTo>
                  <a:lnTo>
                    <a:pt x="114566" y="74117"/>
                  </a:lnTo>
                  <a:lnTo>
                    <a:pt x="117690" y="74117"/>
                  </a:lnTo>
                  <a:lnTo>
                    <a:pt x="119773" y="74625"/>
                  </a:lnTo>
                  <a:lnTo>
                    <a:pt x="131775" y="77076"/>
                  </a:lnTo>
                  <a:lnTo>
                    <a:pt x="140411" y="79819"/>
                  </a:lnTo>
                  <a:lnTo>
                    <a:pt x="145618" y="82943"/>
                  </a:lnTo>
                  <a:lnTo>
                    <a:pt x="147370" y="86550"/>
                  </a:lnTo>
                  <a:lnTo>
                    <a:pt x="147370" y="89662"/>
                  </a:lnTo>
                  <a:lnTo>
                    <a:pt x="144767" y="91732"/>
                  </a:lnTo>
                  <a:lnTo>
                    <a:pt x="140081" y="93814"/>
                  </a:lnTo>
                  <a:lnTo>
                    <a:pt x="135394" y="95364"/>
                  </a:lnTo>
                  <a:lnTo>
                    <a:pt x="129146" y="96405"/>
                  </a:lnTo>
                  <a:lnTo>
                    <a:pt x="110401" y="96405"/>
                  </a:lnTo>
                  <a:lnTo>
                    <a:pt x="89052" y="87591"/>
                  </a:lnTo>
                  <a:lnTo>
                    <a:pt x="89052" y="82410"/>
                  </a:lnTo>
                  <a:lnTo>
                    <a:pt x="89573" y="81368"/>
                  </a:lnTo>
                  <a:lnTo>
                    <a:pt x="89573" y="79298"/>
                  </a:lnTo>
                  <a:lnTo>
                    <a:pt x="38531" y="79298"/>
                  </a:lnTo>
                  <a:lnTo>
                    <a:pt x="38531" y="81368"/>
                  </a:lnTo>
                  <a:lnTo>
                    <a:pt x="67500" y="114693"/>
                  </a:lnTo>
                  <a:lnTo>
                    <a:pt x="116128" y="119722"/>
                  </a:lnTo>
                  <a:lnTo>
                    <a:pt x="135305" y="119151"/>
                  </a:lnTo>
                  <a:lnTo>
                    <a:pt x="135496" y="119151"/>
                  </a:lnTo>
                  <a:lnTo>
                    <a:pt x="151955" y="117449"/>
                  </a:lnTo>
                  <a:lnTo>
                    <a:pt x="152247" y="117449"/>
                  </a:lnTo>
                  <a:lnTo>
                    <a:pt x="167246" y="114477"/>
                  </a:lnTo>
                  <a:lnTo>
                    <a:pt x="200164" y="91376"/>
                  </a:lnTo>
                  <a:lnTo>
                    <a:pt x="201536" y="82943"/>
                  </a:lnTo>
                  <a:lnTo>
                    <a:pt x="201536" y="77736"/>
                  </a:lnTo>
                  <a:close/>
                </a:path>
                <a:path w="811529" h="587375">
                  <a:moveTo>
                    <a:pt x="364528" y="92773"/>
                  </a:moveTo>
                  <a:lnTo>
                    <a:pt x="274955" y="92773"/>
                  </a:lnTo>
                  <a:lnTo>
                    <a:pt x="274955" y="69964"/>
                  </a:lnTo>
                  <a:lnTo>
                    <a:pt x="354634" y="69964"/>
                  </a:lnTo>
                  <a:lnTo>
                    <a:pt x="354634" y="45097"/>
                  </a:lnTo>
                  <a:lnTo>
                    <a:pt x="274955" y="45097"/>
                  </a:lnTo>
                  <a:lnTo>
                    <a:pt x="274955" y="26949"/>
                  </a:lnTo>
                  <a:lnTo>
                    <a:pt x="361403" y="26949"/>
                  </a:lnTo>
                  <a:lnTo>
                    <a:pt x="361403" y="1562"/>
                  </a:lnTo>
                  <a:lnTo>
                    <a:pt x="222885" y="1562"/>
                  </a:lnTo>
                  <a:lnTo>
                    <a:pt x="222885" y="117640"/>
                  </a:lnTo>
                  <a:lnTo>
                    <a:pt x="364528" y="117640"/>
                  </a:lnTo>
                  <a:lnTo>
                    <a:pt x="364528" y="92773"/>
                  </a:lnTo>
                  <a:close/>
                </a:path>
                <a:path w="811529" h="587375">
                  <a:moveTo>
                    <a:pt x="372338" y="147193"/>
                  </a:moveTo>
                  <a:lnTo>
                    <a:pt x="0" y="147193"/>
                  </a:lnTo>
                  <a:lnTo>
                    <a:pt x="0" y="208851"/>
                  </a:lnTo>
                  <a:lnTo>
                    <a:pt x="231216" y="208851"/>
                  </a:lnTo>
                  <a:lnTo>
                    <a:pt x="241592" y="211658"/>
                  </a:lnTo>
                  <a:lnTo>
                    <a:pt x="248602" y="218833"/>
                  </a:lnTo>
                  <a:lnTo>
                    <a:pt x="251206" y="228536"/>
                  </a:lnTo>
                  <a:lnTo>
                    <a:pt x="248399" y="238912"/>
                  </a:lnTo>
                  <a:lnTo>
                    <a:pt x="107276" y="484047"/>
                  </a:lnTo>
                  <a:lnTo>
                    <a:pt x="153619" y="527583"/>
                  </a:lnTo>
                  <a:lnTo>
                    <a:pt x="372338" y="147193"/>
                  </a:lnTo>
                  <a:close/>
                </a:path>
                <a:path w="811529" h="587375">
                  <a:moveTo>
                    <a:pt x="572325" y="1562"/>
                  </a:moveTo>
                  <a:lnTo>
                    <a:pt x="522325" y="1562"/>
                  </a:lnTo>
                  <a:lnTo>
                    <a:pt x="522325" y="79806"/>
                  </a:lnTo>
                  <a:lnTo>
                    <a:pt x="486473" y="39903"/>
                  </a:lnTo>
                  <a:lnTo>
                    <a:pt x="452018" y="1562"/>
                  </a:lnTo>
                  <a:lnTo>
                    <a:pt x="386397" y="1562"/>
                  </a:lnTo>
                  <a:lnTo>
                    <a:pt x="386397" y="117640"/>
                  </a:lnTo>
                  <a:lnTo>
                    <a:pt x="435876" y="117640"/>
                  </a:lnTo>
                  <a:lnTo>
                    <a:pt x="435876" y="39903"/>
                  </a:lnTo>
                  <a:lnTo>
                    <a:pt x="504088" y="117640"/>
                  </a:lnTo>
                  <a:lnTo>
                    <a:pt x="572325" y="117640"/>
                  </a:lnTo>
                  <a:lnTo>
                    <a:pt x="572325" y="79806"/>
                  </a:lnTo>
                  <a:lnTo>
                    <a:pt x="572325" y="1562"/>
                  </a:lnTo>
                  <a:close/>
                </a:path>
                <a:path w="811529" h="587375">
                  <a:moveTo>
                    <a:pt x="615543" y="558152"/>
                  </a:moveTo>
                  <a:lnTo>
                    <a:pt x="489902" y="350596"/>
                  </a:lnTo>
                  <a:lnTo>
                    <a:pt x="405676" y="211455"/>
                  </a:lnTo>
                  <a:lnTo>
                    <a:pt x="405142" y="211455"/>
                  </a:lnTo>
                  <a:lnTo>
                    <a:pt x="405142" y="211975"/>
                  </a:lnTo>
                  <a:lnTo>
                    <a:pt x="199974" y="559714"/>
                  </a:lnTo>
                  <a:lnTo>
                    <a:pt x="254647" y="587171"/>
                  </a:lnTo>
                  <a:lnTo>
                    <a:pt x="389001" y="360705"/>
                  </a:lnTo>
                  <a:lnTo>
                    <a:pt x="396735" y="353123"/>
                  </a:lnTo>
                  <a:lnTo>
                    <a:pt x="406717" y="350596"/>
                  </a:lnTo>
                  <a:lnTo>
                    <a:pt x="416687" y="353123"/>
                  </a:lnTo>
                  <a:lnTo>
                    <a:pt x="424421" y="360705"/>
                  </a:lnTo>
                  <a:lnTo>
                    <a:pt x="559816" y="587171"/>
                  </a:lnTo>
                  <a:lnTo>
                    <a:pt x="615543" y="558152"/>
                  </a:lnTo>
                  <a:close/>
                </a:path>
                <a:path w="811529" h="587375">
                  <a:moveTo>
                    <a:pt x="790486" y="117640"/>
                  </a:moveTo>
                  <a:lnTo>
                    <a:pt x="776732" y="96913"/>
                  </a:lnTo>
                  <a:lnTo>
                    <a:pt x="759866" y="71526"/>
                  </a:lnTo>
                  <a:lnTo>
                    <a:pt x="732002" y="29552"/>
                  </a:lnTo>
                  <a:lnTo>
                    <a:pt x="713422" y="1562"/>
                  </a:lnTo>
                  <a:lnTo>
                    <a:pt x="706691" y="1562"/>
                  </a:lnTo>
                  <a:lnTo>
                    <a:pt x="706691" y="71526"/>
                  </a:lnTo>
                  <a:lnTo>
                    <a:pt x="655637" y="71526"/>
                  </a:lnTo>
                  <a:lnTo>
                    <a:pt x="682205" y="29552"/>
                  </a:lnTo>
                  <a:lnTo>
                    <a:pt x="706691" y="71526"/>
                  </a:lnTo>
                  <a:lnTo>
                    <a:pt x="706691" y="1562"/>
                  </a:lnTo>
                  <a:lnTo>
                    <a:pt x="656158" y="1562"/>
                  </a:lnTo>
                  <a:lnTo>
                    <a:pt x="575449" y="117640"/>
                  </a:lnTo>
                  <a:lnTo>
                    <a:pt x="627519" y="117640"/>
                  </a:lnTo>
                  <a:lnTo>
                    <a:pt x="640016" y="96913"/>
                  </a:lnTo>
                  <a:lnTo>
                    <a:pt x="720712" y="96913"/>
                  </a:lnTo>
                  <a:lnTo>
                    <a:pt x="732726" y="117640"/>
                  </a:lnTo>
                  <a:lnTo>
                    <a:pt x="790486" y="117640"/>
                  </a:lnTo>
                  <a:close/>
                </a:path>
                <a:path w="811529" h="587375">
                  <a:moveTo>
                    <a:pt x="811377" y="147193"/>
                  </a:moveTo>
                  <a:lnTo>
                    <a:pt x="438480" y="147193"/>
                  </a:lnTo>
                  <a:lnTo>
                    <a:pt x="657199" y="527583"/>
                  </a:lnTo>
                  <a:lnTo>
                    <a:pt x="703567" y="484047"/>
                  </a:lnTo>
                  <a:lnTo>
                    <a:pt x="562419" y="238912"/>
                  </a:lnTo>
                  <a:lnTo>
                    <a:pt x="559612" y="228536"/>
                  </a:lnTo>
                  <a:lnTo>
                    <a:pt x="562229" y="218833"/>
                  </a:lnTo>
                  <a:lnTo>
                    <a:pt x="569226" y="211658"/>
                  </a:lnTo>
                  <a:lnTo>
                    <a:pt x="579615" y="208851"/>
                  </a:lnTo>
                  <a:lnTo>
                    <a:pt x="811377" y="208851"/>
                  </a:lnTo>
                  <a:lnTo>
                    <a:pt x="811377" y="1471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7075" y="428498"/>
              <a:ext cx="5710301" cy="20050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7175" y="1533397"/>
              <a:ext cx="4100576" cy="200507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23334" y="661670"/>
            <a:ext cx="4265295" cy="22307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821055" marR="5080" indent="-808990">
              <a:lnSpc>
                <a:spcPct val="100800"/>
              </a:lnSpc>
              <a:spcBef>
                <a:spcPts val="40"/>
              </a:spcBef>
            </a:pPr>
            <a:r>
              <a:rPr sz="7200" spc="360" dirty="0"/>
              <a:t>CONTROL </a:t>
            </a:r>
            <a:r>
              <a:rPr sz="7200" spc="440" dirty="0"/>
              <a:t>STORE</a:t>
            </a:r>
            <a:endParaRPr sz="7200"/>
          </a:p>
        </p:txBody>
      </p:sp>
      <p:grpSp>
        <p:nvGrpSpPr>
          <p:cNvPr id="9" name="object 9"/>
          <p:cNvGrpSpPr/>
          <p:nvPr/>
        </p:nvGrpSpPr>
        <p:grpSpPr>
          <a:xfrm>
            <a:off x="5143500" y="3325876"/>
            <a:ext cx="1919605" cy="1317625"/>
            <a:chOff x="5143500" y="3325876"/>
            <a:chExt cx="1919605" cy="1317625"/>
          </a:xfrm>
        </p:grpSpPr>
        <p:sp>
          <p:nvSpPr>
            <p:cNvPr id="10" name="object 10"/>
            <p:cNvSpPr/>
            <p:nvPr/>
          </p:nvSpPr>
          <p:spPr>
            <a:xfrm>
              <a:off x="5234051" y="3329051"/>
              <a:ext cx="1736089" cy="0"/>
            </a:xfrm>
            <a:custGeom>
              <a:avLst/>
              <a:gdLst/>
              <a:ahLst/>
              <a:cxnLst/>
              <a:rect l="l" t="t" r="r" b="b"/>
              <a:pathLst>
                <a:path w="1736090">
                  <a:moveTo>
                    <a:pt x="0" y="0"/>
                  </a:moveTo>
                  <a:lnTo>
                    <a:pt x="173609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3525" y="3428936"/>
              <a:ext cx="1528699" cy="4810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3025" y="3676586"/>
              <a:ext cx="1909826" cy="481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3500" y="3914711"/>
              <a:ext cx="1919351" cy="4810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6850" y="4162361"/>
              <a:ext cx="1652651" cy="4810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281040" y="3491801"/>
            <a:ext cx="1635760" cy="10007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-2540" algn="ctr">
              <a:lnSpc>
                <a:spcPct val="103000"/>
              </a:lnSpc>
              <a:spcBef>
                <a:spcPts val="70"/>
              </a:spcBef>
            </a:pP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ABRIL</a:t>
            </a:r>
            <a:r>
              <a:rPr sz="155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DIEGO </a:t>
            </a:r>
            <a:r>
              <a:rPr sz="1550" spc="114" dirty="0">
                <a:solidFill>
                  <a:srgbClr val="FFFFFF"/>
                </a:solidFill>
                <a:latin typeface="Trebuchet MS"/>
                <a:cs typeface="Trebuchet MS"/>
              </a:rPr>
              <a:t>TORRES</a:t>
            </a: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BRAYAN </a:t>
            </a:r>
            <a:r>
              <a:rPr sz="1550" spc="95" dirty="0">
                <a:solidFill>
                  <a:srgbClr val="FFFFFF"/>
                </a:solidFill>
                <a:latin typeface="Trebuchet MS"/>
                <a:cs typeface="Trebuchet MS"/>
              </a:rPr>
              <a:t>ORTEGON</a:t>
            </a:r>
            <a:r>
              <a:rPr sz="155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DAVID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Nelson</a:t>
            </a:r>
            <a:r>
              <a:rPr sz="155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45" dirty="0">
                <a:solidFill>
                  <a:srgbClr val="FFFFFF"/>
                </a:solidFill>
                <a:latin typeface="Trebuchet MS"/>
                <a:cs typeface="Trebuchet MS"/>
              </a:rPr>
              <a:t>Vargas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71600" y="5248275"/>
            <a:ext cx="9472930" cy="1205230"/>
            <a:chOff x="1371600" y="5248275"/>
            <a:chExt cx="9472930" cy="120523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71600" y="5248275"/>
              <a:ext cx="3395726" cy="4714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7225" y="5248275"/>
              <a:ext cx="423862" cy="4714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91050" y="5248275"/>
              <a:ext cx="6253226" cy="4714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8475" y="5495925"/>
              <a:ext cx="3929126" cy="4714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7500" y="5495925"/>
              <a:ext cx="395287" cy="47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19900" y="5495925"/>
              <a:ext cx="2347976" cy="471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81550" y="5734050"/>
              <a:ext cx="2643251" cy="4714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91050" y="5981700"/>
              <a:ext cx="3033776" cy="47148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98853" y="5310822"/>
            <a:ext cx="9197340" cy="1000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065" marR="5080" algn="ctr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1550" spc="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sz="155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Aprendizaje</a:t>
            </a:r>
            <a:r>
              <a:rPr sz="1550" spc="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125" dirty="0">
                <a:solidFill>
                  <a:srgbClr val="FFFFFF"/>
                </a:solidFill>
                <a:latin typeface="Trebuchet MS"/>
                <a:cs typeface="Trebuchet MS"/>
              </a:rPr>
              <a:t>–SENA,</a:t>
            </a:r>
            <a:r>
              <a:rPr sz="1550" spc="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Centro</a:t>
            </a:r>
            <a:r>
              <a:rPr sz="1550" spc="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Electricidad</a:t>
            </a:r>
            <a:r>
              <a:rPr sz="155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Electrónica</a:t>
            </a:r>
            <a:r>
              <a:rPr sz="1550" spc="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5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4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Técnico</a:t>
            </a:r>
            <a:r>
              <a:rPr sz="15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Programación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550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55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TPS,</a:t>
            </a:r>
            <a:r>
              <a:rPr sz="1550" spc="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Trimestre</a:t>
            </a:r>
            <a:endParaRPr sz="1550">
              <a:latin typeface="Trebuchet MS"/>
              <a:cs typeface="Trebuchet MS"/>
            </a:endParaRPr>
          </a:p>
          <a:p>
            <a:pPr marL="3234690" marR="3227070" indent="10795" algn="ctr">
              <a:lnSpc>
                <a:spcPts val="1950"/>
              </a:lnSpc>
              <a:spcBef>
                <a:spcPts val="5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Instructor</a:t>
            </a:r>
            <a:r>
              <a:rPr sz="155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Albeiro</a:t>
            </a:r>
            <a:r>
              <a:rPr sz="1550" spc="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95" dirty="0">
                <a:solidFill>
                  <a:srgbClr val="FFFFFF"/>
                </a:solidFill>
                <a:latin typeface="Trebuchet MS"/>
                <a:cs typeface="Trebuchet MS"/>
              </a:rPr>
              <a:t>Ramos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Bogotá,</a:t>
            </a:r>
            <a:r>
              <a:rPr sz="155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70" dirty="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r>
              <a:rPr sz="15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75" dirty="0">
                <a:solidFill>
                  <a:srgbClr val="FFFFFF"/>
                </a:solidFill>
                <a:latin typeface="Trebuchet MS"/>
                <a:cs typeface="Trebuchet MS"/>
              </a:rPr>
              <a:t>marzo</a:t>
            </a: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2023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44" y="304427"/>
              <a:ext cx="182752" cy="1835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8525" y="517258"/>
              <a:ext cx="850265" cy="616585"/>
            </a:xfrm>
            <a:custGeom>
              <a:avLst/>
              <a:gdLst/>
              <a:ahLst/>
              <a:cxnLst/>
              <a:rect l="l" t="t" r="r" b="b"/>
              <a:pathLst>
                <a:path w="850265" h="616585">
                  <a:moveTo>
                    <a:pt x="211112" y="81864"/>
                  </a:moveTo>
                  <a:lnTo>
                    <a:pt x="176669" y="54305"/>
                  </a:lnTo>
                  <a:lnTo>
                    <a:pt x="143040" y="47815"/>
                  </a:lnTo>
                  <a:lnTo>
                    <a:pt x="140601" y="47383"/>
                  </a:lnTo>
                  <a:lnTo>
                    <a:pt x="137363" y="46570"/>
                  </a:lnTo>
                  <a:lnTo>
                    <a:pt x="132905" y="46202"/>
                  </a:lnTo>
                  <a:lnTo>
                    <a:pt x="118478" y="43307"/>
                  </a:lnTo>
                  <a:lnTo>
                    <a:pt x="108089" y="40157"/>
                  </a:lnTo>
                  <a:lnTo>
                    <a:pt x="101904" y="36855"/>
                  </a:lnTo>
                  <a:lnTo>
                    <a:pt x="101346" y="36042"/>
                  </a:lnTo>
                  <a:lnTo>
                    <a:pt x="99682" y="33235"/>
                  </a:lnTo>
                  <a:lnTo>
                    <a:pt x="99682" y="30365"/>
                  </a:lnTo>
                  <a:lnTo>
                    <a:pt x="101701" y="27940"/>
                  </a:lnTo>
                  <a:lnTo>
                    <a:pt x="106159" y="26314"/>
                  </a:lnTo>
                  <a:lnTo>
                    <a:pt x="110210" y="25120"/>
                  </a:lnTo>
                  <a:lnTo>
                    <a:pt x="116293" y="24320"/>
                  </a:lnTo>
                  <a:lnTo>
                    <a:pt x="133718" y="24320"/>
                  </a:lnTo>
                  <a:lnTo>
                    <a:pt x="141414" y="25120"/>
                  </a:lnTo>
                  <a:lnTo>
                    <a:pt x="146685" y="27559"/>
                  </a:lnTo>
                  <a:lnTo>
                    <a:pt x="151549" y="29552"/>
                  </a:lnTo>
                  <a:lnTo>
                    <a:pt x="154381" y="32804"/>
                  </a:lnTo>
                  <a:lnTo>
                    <a:pt x="154381" y="37655"/>
                  </a:lnTo>
                  <a:lnTo>
                    <a:pt x="205041" y="37655"/>
                  </a:lnTo>
                  <a:lnTo>
                    <a:pt x="205041" y="36042"/>
                  </a:lnTo>
                  <a:lnTo>
                    <a:pt x="203962" y="28511"/>
                  </a:lnTo>
                  <a:lnTo>
                    <a:pt x="203873" y="27940"/>
                  </a:lnTo>
                  <a:lnTo>
                    <a:pt x="203822" y="27559"/>
                  </a:lnTo>
                  <a:lnTo>
                    <a:pt x="161455" y="2438"/>
                  </a:lnTo>
                  <a:lnTo>
                    <a:pt x="161912" y="2438"/>
                  </a:lnTo>
                  <a:lnTo>
                    <a:pt x="144907" y="609"/>
                  </a:lnTo>
                  <a:lnTo>
                    <a:pt x="126022" y="0"/>
                  </a:lnTo>
                  <a:lnTo>
                    <a:pt x="106870" y="609"/>
                  </a:lnTo>
                  <a:lnTo>
                    <a:pt x="64020" y="9728"/>
                  </a:lnTo>
                  <a:lnTo>
                    <a:pt x="42951" y="41719"/>
                  </a:lnTo>
                  <a:lnTo>
                    <a:pt x="43751" y="46202"/>
                  </a:lnTo>
                  <a:lnTo>
                    <a:pt x="46189" y="50253"/>
                  </a:lnTo>
                  <a:lnTo>
                    <a:pt x="48209" y="54305"/>
                  </a:lnTo>
                  <a:lnTo>
                    <a:pt x="94030" y="72872"/>
                  </a:lnTo>
                  <a:lnTo>
                    <a:pt x="115074" y="76593"/>
                  </a:lnTo>
                  <a:lnTo>
                    <a:pt x="119126" y="77406"/>
                  </a:lnTo>
                  <a:lnTo>
                    <a:pt x="120345" y="77812"/>
                  </a:lnTo>
                  <a:lnTo>
                    <a:pt x="121564" y="77812"/>
                  </a:lnTo>
                  <a:lnTo>
                    <a:pt x="123177" y="78219"/>
                  </a:lnTo>
                  <a:lnTo>
                    <a:pt x="125615" y="78625"/>
                  </a:lnTo>
                  <a:lnTo>
                    <a:pt x="138137" y="80975"/>
                  </a:lnTo>
                  <a:lnTo>
                    <a:pt x="147459" y="83896"/>
                  </a:lnTo>
                  <a:lnTo>
                    <a:pt x="147307" y="83896"/>
                  </a:lnTo>
                  <a:lnTo>
                    <a:pt x="149999" y="85521"/>
                  </a:lnTo>
                  <a:lnTo>
                    <a:pt x="152603" y="87134"/>
                  </a:lnTo>
                  <a:lnTo>
                    <a:pt x="154381" y="90779"/>
                  </a:lnTo>
                  <a:lnTo>
                    <a:pt x="154381" y="94030"/>
                  </a:lnTo>
                  <a:lnTo>
                    <a:pt x="151955" y="96469"/>
                  </a:lnTo>
                  <a:lnTo>
                    <a:pt x="142227" y="100520"/>
                  </a:lnTo>
                  <a:lnTo>
                    <a:pt x="135343" y="101320"/>
                  </a:lnTo>
                  <a:lnTo>
                    <a:pt x="115481" y="101320"/>
                  </a:lnTo>
                  <a:lnTo>
                    <a:pt x="106972" y="100114"/>
                  </a:lnTo>
                  <a:lnTo>
                    <a:pt x="101701" y="98082"/>
                  </a:lnTo>
                  <a:lnTo>
                    <a:pt x="96431" y="95656"/>
                  </a:lnTo>
                  <a:lnTo>
                    <a:pt x="93599" y="91998"/>
                  </a:lnTo>
                  <a:lnTo>
                    <a:pt x="93599" y="85521"/>
                  </a:lnTo>
                  <a:lnTo>
                    <a:pt x="94005" y="83896"/>
                  </a:lnTo>
                  <a:lnTo>
                    <a:pt x="94005" y="83489"/>
                  </a:lnTo>
                  <a:lnTo>
                    <a:pt x="40513" y="83489"/>
                  </a:lnTo>
                  <a:lnTo>
                    <a:pt x="40513" y="85521"/>
                  </a:lnTo>
                  <a:lnTo>
                    <a:pt x="41719" y="95402"/>
                  </a:lnTo>
                  <a:lnTo>
                    <a:pt x="45262" y="103657"/>
                  </a:lnTo>
                  <a:lnTo>
                    <a:pt x="45326" y="103809"/>
                  </a:lnTo>
                  <a:lnTo>
                    <a:pt x="84785" y="123621"/>
                  </a:lnTo>
                  <a:lnTo>
                    <a:pt x="121564" y="126060"/>
                  </a:lnTo>
                  <a:lnTo>
                    <a:pt x="140144" y="125450"/>
                  </a:lnTo>
                  <a:lnTo>
                    <a:pt x="141516" y="125450"/>
                  </a:lnTo>
                  <a:lnTo>
                    <a:pt x="188010" y="115925"/>
                  </a:lnTo>
                  <a:lnTo>
                    <a:pt x="211112" y="87134"/>
                  </a:lnTo>
                  <a:lnTo>
                    <a:pt x="211112" y="81864"/>
                  </a:lnTo>
                  <a:close/>
                </a:path>
                <a:path w="850265" h="616585">
                  <a:moveTo>
                    <a:pt x="382117" y="97269"/>
                  </a:moveTo>
                  <a:lnTo>
                    <a:pt x="288099" y="97269"/>
                  </a:lnTo>
                  <a:lnTo>
                    <a:pt x="288099" y="73748"/>
                  </a:lnTo>
                  <a:lnTo>
                    <a:pt x="371576" y="73748"/>
                  </a:lnTo>
                  <a:lnTo>
                    <a:pt x="371576" y="47815"/>
                  </a:lnTo>
                  <a:lnTo>
                    <a:pt x="288099" y="47815"/>
                  </a:lnTo>
                  <a:lnTo>
                    <a:pt x="288099" y="28371"/>
                  </a:lnTo>
                  <a:lnTo>
                    <a:pt x="378472" y="28371"/>
                  </a:lnTo>
                  <a:lnTo>
                    <a:pt x="378472" y="2006"/>
                  </a:lnTo>
                  <a:lnTo>
                    <a:pt x="233400" y="2006"/>
                  </a:lnTo>
                  <a:lnTo>
                    <a:pt x="233400" y="124028"/>
                  </a:lnTo>
                  <a:lnTo>
                    <a:pt x="382117" y="124028"/>
                  </a:lnTo>
                  <a:lnTo>
                    <a:pt x="382117" y="97269"/>
                  </a:lnTo>
                  <a:close/>
                </a:path>
                <a:path w="850265" h="616585">
                  <a:moveTo>
                    <a:pt x="390220" y="154838"/>
                  </a:moveTo>
                  <a:lnTo>
                    <a:pt x="0" y="154838"/>
                  </a:lnTo>
                  <a:lnTo>
                    <a:pt x="0" y="218897"/>
                  </a:lnTo>
                  <a:lnTo>
                    <a:pt x="242316" y="218897"/>
                  </a:lnTo>
                  <a:lnTo>
                    <a:pt x="253136" y="221894"/>
                  </a:lnTo>
                  <a:lnTo>
                    <a:pt x="260540" y="229527"/>
                  </a:lnTo>
                  <a:lnTo>
                    <a:pt x="263398" y="239750"/>
                  </a:lnTo>
                  <a:lnTo>
                    <a:pt x="260540" y="250507"/>
                  </a:lnTo>
                  <a:lnTo>
                    <a:pt x="112242" y="507936"/>
                  </a:lnTo>
                  <a:lnTo>
                    <a:pt x="160858" y="553745"/>
                  </a:lnTo>
                  <a:lnTo>
                    <a:pt x="390220" y="154838"/>
                  </a:lnTo>
                  <a:close/>
                </a:path>
                <a:path w="850265" h="616585">
                  <a:moveTo>
                    <a:pt x="599694" y="2006"/>
                  </a:moveTo>
                  <a:lnTo>
                    <a:pt x="547420" y="2006"/>
                  </a:lnTo>
                  <a:lnTo>
                    <a:pt x="547420" y="83896"/>
                  </a:lnTo>
                  <a:lnTo>
                    <a:pt x="509447" y="41719"/>
                  </a:lnTo>
                  <a:lnTo>
                    <a:pt x="473697" y="2006"/>
                  </a:lnTo>
                  <a:lnTo>
                    <a:pt x="404812" y="2006"/>
                  </a:lnTo>
                  <a:lnTo>
                    <a:pt x="404812" y="124028"/>
                  </a:lnTo>
                  <a:lnTo>
                    <a:pt x="457073" y="124028"/>
                  </a:lnTo>
                  <a:lnTo>
                    <a:pt x="457073" y="41719"/>
                  </a:lnTo>
                  <a:lnTo>
                    <a:pt x="528396" y="124028"/>
                  </a:lnTo>
                  <a:lnTo>
                    <a:pt x="599694" y="124028"/>
                  </a:lnTo>
                  <a:lnTo>
                    <a:pt x="599694" y="83896"/>
                  </a:lnTo>
                  <a:lnTo>
                    <a:pt x="599694" y="2006"/>
                  </a:lnTo>
                  <a:close/>
                </a:path>
                <a:path w="850265" h="616585">
                  <a:moveTo>
                    <a:pt x="644690" y="585762"/>
                  </a:moveTo>
                  <a:lnTo>
                    <a:pt x="513054" y="367969"/>
                  </a:lnTo>
                  <a:lnTo>
                    <a:pt x="424662" y="221729"/>
                  </a:lnTo>
                  <a:lnTo>
                    <a:pt x="424662" y="222135"/>
                  </a:lnTo>
                  <a:lnTo>
                    <a:pt x="424256" y="222948"/>
                  </a:lnTo>
                  <a:lnTo>
                    <a:pt x="209892" y="587794"/>
                  </a:lnTo>
                  <a:lnTo>
                    <a:pt x="267030" y="616165"/>
                  </a:lnTo>
                  <a:lnTo>
                    <a:pt x="407644" y="378612"/>
                  </a:lnTo>
                  <a:lnTo>
                    <a:pt x="415848" y="370636"/>
                  </a:lnTo>
                  <a:lnTo>
                    <a:pt x="426224" y="367969"/>
                  </a:lnTo>
                  <a:lnTo>
                    <a:pt x="436524" y="370636"/>
                  </a:lnTo>
                  <a:lnTo>
                    <a:pt x="444512" y="378612"/>
                  </a:lnTo>
                  <a:lnTo>
                    <a:pt x="586359" y="616165"/>
                  </a:lnTo>
                  <a:lnTo>
                    <a:pt x="644690" y="585762"/>
                  </a:lnTo>
                  <a:close/>
                </a:path>
                <a:path w="850265" h="616585">
                  <a:moveTo>
                    <a:pt x="828268" y="124028"/>
                  </a:moveTo>
                  <a:lnTo>
                    <a:pt x="813523" y="101727"/>
                  </a:lnTo>
                  <a:lnTo>
                    <a:pt x="796112" y="75374"/>
                  </a:lnTo>
                  <a:lnTo>
                    <a:pt x="766660" y="30797"/>
                  </a:lnTo>
                  <a:lnTo>
                    <a:pt x="747623" y="2006"/>
                  </a:lnTo>
                  <a:lnTo>
                    <a:pt x="740714" y="2006"/>
                  </a:lnTo>
                  <a:lnTo>
                    <a:pt x="740714" y="75374"/>
                  </a:lnTo>
                  <a:lnTo>
                    <a:pt x="686816" y="75374"/>
                  </a:lnTo>
                  <a:lnTo>
                    <a:pt x="714413" y="30797"/>
                  </a:lnTo>
                  <a:lnTo>
                    <a:pt x="740714" y="75374"/>
                  </a:lnTo>
                  <a:lnTo>
                    <a:pt x="740714" y="2006"/>
                  </a:lnTo>
                  <a:lnTo>
                    <a:pt x="687247" y="2006"/>
                  </a:lnTo>
                  <a:lnTo>
                    <a:pt x="602945" y="124028"/>
                  </a:lnTo>
                  <a:lnTo>
                    <a:pt x="657656" y="124028"/>
                  </a:lnTo>
                  <a:lnTo>
                    <a:pt x="670610" y="101727"/>
                  </a:lnTo>
                  <a:lnTo>
                    <a:pt x="755294" y="101727"/>
                  </a:lnTo>
                  <a:lnTo>
                    <a:pt x="767448" y="124028"/>
                  </a:lnTo>
                  <a:lnTo>
                    <a:pt x="828268" y="124028"/>
                  </a:lnTo>
                  <a:close/>
                </a:path>
                <a:path w="850265" h="616585">
                  <a:moveTo>
                    <a:pt x="849757" y="154838"/>
                  </a:moveTo>
                  <a:lnTo>
                    <a:pt x="459511" y="154838"/>
                  </a:lnTo>
                  <a:lnTo>
                    <a:pt x="688441" y="553745"/>
                  </a:lnTo>
                  <a:lnTo>
                    <a:pt x="737095" y="507936"/>
                  </a:lnTo>
                  <a:lnTo>
                    <a:pt x="589165" y="250507"/>
                  </a:lnTo>
                  <a:lnTo>
                    <a:pt x="586320" y="239750"/>
                  </a:lnTo>
                  <a:lnTo>
                    <a:pt x="589178" y="229527"/>
                  </a:lnTo>
                  <a:lnTo>
                    <a:pt x="596595" y="221894"/>
                  </a:lnTo>
                  <a:lnTo>
                    <a:pt x="607428" y="218897"/>
                  </a:lnTo>
                  <a:lnTo>
                    <a:pt x="849757" y="218897"/>
                  </a:lnTo>
                  <a:lnTo>
                    <a:pt x="849757" y="154838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5105" y="1457957"/>
              <a:ext cx="2933700" cy="342900"/>
            </a:xfrm>
            <a:custGeom>
              <a:avLst/>
              <a:gdLst/>
              <a:ahLst/>
              <a:cxnLst/>
              <a:rect l="l" t="t" r="r" b="b"/>
              <a:pathLst>
                <a:path w="2933700" h="342900">
                  <a:moveTo>
                    <a:pt x="29337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933700" y="342900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-228600" y="1133843"/>
            <a:ext cx="6761797" cy="966469"/>
          </a:xfrm>
          <a:prstGeom prst="rect">
            <a:avLst/>
          </a:prstGeom>
        </p:spPr>
        <p:txBody>
          <a:bodyPr vert="horz" wrap="square" lIns="0" tIns="206629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105"/>
              </a:spcBef>
            </a:pPr>
            <a:r>
              <a:rPr sz="3600" spc="65" dirty="0">
                <a:solidFill>
                  <a:srgbClr val="38AA00"/>
                </a:solidFill>
              </a:rPr>
              <a:t>Introducción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95105" y="2209800"/>
            <a:ext cx="10981691" cy="279788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66675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barrio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Margaritas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Bogotá,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10" dirty="0">
                <a:latin typeface="Calibri"/>
                <a:cs typeface="Calibri"/>
              </a:rPr>
              <a:t> Autoservicio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lleva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siendo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punto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referencia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para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familias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sector, </a:t>
            </a:r>
            <a:r>
              <a:rPr sz="1800" dirty="0">
                <a:latin typeface="Calibri"/>
                <a:cs typeface="Calibri"/>
              </a:rPr>
              <a:t>ofreciendo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canasta </a:t>
            </a:r>
            <a:r>
              <a:rPr sz="1800" dirty="0">
                <a:latin typeface="Calibri"/>
                <a:cs typeface="Calibri"/>
              </a:rPr>
              <a:t>familiar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equipo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empleados dedicados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atender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sus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día a </a:t>
            </a:r>
            <a:r>
              <a:rPr sz="1800" spc="-20" dirty="0">
                <a:latin typeface="Calibri"/>
                <a:cs typeface="Calibri"/>
              </a:rPr>
              <a:t>día.</a:t>
            </a:r>
            <a:endParaRPr sz="1800" dirty="0">
              <a:latin typeface="Calibri"/>
              <a:cs typeface="Calibri"/>
            </a:endParaRPr>
          </a:p>
          <a:p>
            <a:pPr marL="12700" marR="29845">
              <a:lnSpc>
                <a:spcPct val="100800"/>
              </a:lnSpc>
              <a:spcBef>
                <a:spcPts val="2105"/>
              </a:spcBef>
            </a:pPr>
            <a:r>
              <a:rPr sz="1800" dirty="0">
                <a:latin typeface="Calibri"/>
                <a:cs typeface="Calibri"/>
              </a:rPr>
              <a:t>Sin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embargo,</a:t>
            </a:r>
            <a:r>
              <a:rPr sz="1800" dirty="0">
                <a:latin typeface="Calibri"/>
                <a:cs typeface="Calibri"/>
              </a:rPr>
              <a:t> como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ocurre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negocios</a:t>
            </a:r>
            <a:r>
              <a:rPr sz="1800" spc="-25" dirty="0">
                <a:latin typeface="Calibri"/>
                <a:cs typeface="Calibri"/>
              </a:rPr>
              <a:t> en </a:t>
            </a:r>
            <a:r>
              <a:rPr sz="1800" spc="-10" dirty="0">
                <a:latin typeface="Calibri"/>
                <a:cs typeface="Calibri"/>
              </a:rPr>
              <a:t>crecimiento,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inventario,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las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</a:t>
            </a:r>
            <a:r>
              <a:rPr sz="1800" spc="-10" dirty="0">
                <a:latin typeface="Calibri"/>
                <a:cs typeface="Calibri"/>
              </a:rPr>
              <a:t> convertido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reto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consume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 genera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errores.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ts val="2180"/>
              </a:lnSpc>
            </a:pPr>
            <a:r>
              <a:rPr sz="1800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proyecto: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solución</a:t>
            </a:r>
            <a:r>
              <a:rPr sz="1800" spc="-25" dirty="0">
                <a:latin typeface="Calibri"/>
                <a:cs typeface="Calibri"/>
              </a:rPr>
              <a:t> que </a:t>
            </a:r>
            <a:r>
              <a:rPr sz="1800" dirty="0">
                <a:latin typeface="Calibri"/>
                <a:cs typeface="Calibri"/>
              </a:rPr>
              <a:t>ordene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mejore estos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Autoservicio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enfocarse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sabe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hacer, </a:t>
            </a:r>
            <a:r>
              <a:rPr sz="1800" dirty="0">
                <a:latin typeface="Calibri"/>
                <a:cs typeface="Calibri"/>
              </a:rPr>
              <a:t>atender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bien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clientes.</a:t>
            </a:r>
            <a:endParaRPr sz="1800" dirty="0">
              <a:latin typeface="Calibri"/>
              <a:cs typeface="Calibri"/>
            </a:endParaRPr>
          </a:p>
          <a:p>
            <a:pPr marL="12700" marR="368300">
              <a:lnSpc>
                <a:spcPts val="2100"/>
              </a:lnSpc>
              <a:spcBef>
                <a:spcPts val="5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presentación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explica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qué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este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necesario,</a:t>
            </a:r>
            <a:r>
              <a:rPr sz="1800" dirty="0">
                <a:latin typeface="Calibri"/>
                <a:cs typeface="Calibri"/>
              </a:rPr>
              <a:t> qué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viene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resolver,</a:t>
            </a:r>
            <a:endParaRPr sz="1800" dirty="0">
              <a:latin typeface="Calibri"/>
              <a:cs typeface="Calibri"/>
            </a:endParaRPr>
          </a:p>
          <a:p>
            <a:pPr marL="12700" marR="236854">
              <a:lnSpc>
                <a:spcPts val="2180"/>
              </a:lnSpc>
              <a:spcBef>
                <a:spcPts val="15"/>
              </a:spcBef>
            </a:pPr>
            <a:r>
              <a:rPr sz="1800" dirty="0">
                <a:latin typeface="Calibri"/>
                <a:cs typeface="Calibri"/>
              </a:rPr>
              <a:t>hasta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dónde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llegará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cuáles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serán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funciones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dentro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negocio.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" name="object 8">
            <a:extLst>
              <a:ext uri="{FF2B5EF4-FFF2-40B4-BE49-F238E27FC236}">
                <a16:creationId xmlns:a16="http://schemas.microsoft.com/office/drawing/2014/main" id="{38103BFA-E193-0461-D058-23258A1C351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25" y="5523759"/>
            <a:ext cx="1386748" cy="11095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222" y="314329"/>
              <a:ext cx="174455" cy="170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29950" y="512812"/>
              <a:ext cx="811530" cy="587375"/>
            </a:xfrm>
            <a:custGeom>
              <a:avLst/>
              <a:gdLst/>
              <a:ahLst/>
              <a:cxnLst/>
              <a:rect l="l" t="t" r="r" b="b"/>
              <a:pathLst>
                <a:path w="811529" h="587375">
                  <a:moveTo>
                    <a:pt x="201536" y="77736"/>
                  </a:moveTo>
                  <a:lnTo>
                    <a:pt x="168719" y="51828"/>
                  </a:lnTo>
                  <a:lnTo>
                    <a:pt x="163169" y="50266"/>
                  </a:lnTo>
                  <a:lnTo>
                    <a:pt x="155905" y="48653"/>
                  </a:lnTo>
                  <a:lnTo>
                    <a:pt x="146977" y="46951"/>
                  </a:lnTo>
                  <a:lnTo>
                    <a:pt x="136436" y="45097"/>
                  </a:lnTo>
                  <a:lnTo>
                    <a:pt x="134353" y="45097"/>
                  </a:lnTo>
                  <a:lnTo>
                    <a:pt x="131229" y="44577"/>
                  </a:lnTo>
                  <a:lnTo>
                    <a:pt x="127063" y="43535"/>
                  </a:lnTo>
                  <a:lnTo>
                    <a:pt x="113093" y="41021"/>
                  </a:lnTo>
                  <a:lnTo>
                    <a:pt x="103174" y="38163"/>
                  </a:lnTo>
                  <a:lnTo>
                    <a:pt x="97256" y="35013"/>
                  </a:lnTo>
                  <a:lnTo>
                    <a:pt x="95300" y="31623"/>
                  </a:lnTo>
                  <a:lnTo>
                    <a:pt x="95300" y="28511"/>
                  </a:lnTo>
                  <a:lnTo>
                    <a:pt x="97383" y="26428"/>
                  </a:lnTo>
                  <a:lnTo>
                    <a:pt x="101028" y="24879"/>
                  </a:lnTo>
                  <a:lnTo>
                    <a:pt x="105194" y="23837"/>
                  </a:lnTo>
                  <a:lnTo>
                    <a:pt x="110921" y="22809"/>
                  </a:lnTo>
                  <a:lnTo>
                    <a:pt x="127584" y="22809"/>
                  </a:lnTo>
                  <a:lnTo>
                    <a:pt x="134874" y="23837"/>
                  </a:lnTo>
                  <a:lnTo>
                    <a:pt x="139560" y="25908"/>
                  </a:lnTo>
                  <a:lnTo>
                    <a:pt x="144767" y="27990"/>
                  </a:lnTo>
                  <a:lnTo>
                    <a:pt x="147370" y="31102"/>
                  </a:lnTo>
                  <a:lnTo>
                    <a:pt x="147370" y="35763"/>
                  </a:lnTo>
                  <a:lnTo>
                    <a:pt x="195808" y="35763"/>
                  </a:lnTo>
                  <a:lnTo>
                    <a:pt x="195808" y="34213"/>
                  </a:lnTo>
                  <a:lnTo>
                    <a:pt x="194970" y="28511"/>
                  </a:lnTo>
                  <a:lnTo>
                    <a:pt x="194906" y="27990"/>
                  </a:lnTo>
                  <a:lnTo>
                    <a:pt x="194779" y="27178"/>
                  </a:lnTo>
                  <a:lnTo>
                    <a:pt x="194678" y="26428"/>
                  </a:lnTo>
                  <a:lnTo>
                    <a:pt x="194627" y="26149"/>
                  </a:lnTo>
                  <a:lnTo>
                    <a:pt x="153555" y="2006"/>
                  </a:lnTo>
                  <a:lnTo>
                    <a:pt x="138988" y="571"/>
                  </a:lnTo>
                  <a:lnTo>
                    <a:pt x="141097" y="571"/>
                  </a:lnTo>
                  <a:lnTo>
                    <a:pt x="120294" y="0"/>
                  </a:lnTo>
                  <a:lnTo>
                    <a:pt x="101930" y="571"/>
                  </a:lnTo>
                  <a:lnTo>
                    <a:pt x="85915" y="2273"/>
                  </a:lnTo>
                  <a:lnTo>
                    <a:pt x="45694" y="20091"/>
                  </a:lnTo>
                  <a:lnTo>
                    <a:pt x="40779" y="34213"/>
                  </a:lnTo>
                  <a:lnTo>
                    <a:pt x="40652" y="35013"/>
                  </a:lnTo>
                  <a:lnTo>
                    <a:pt x="73482" y="65697"/>
                  </a:lnTo>
                  <a:lnTo>
                    <a:pt x="109880" y="73075"/>
                  </a:lnTo>
                  <a:lnTo>
                    <a:pt x="111963" y="73596"/>
                  </a:lnTo>
                  <a:lnTo>
                    <a:pt x="113525" y="73596"/>
                  </a:lnTo>
                  <a:lnTo>
                    <a:pt x="114566" y="74117"/>
                  </a:lnTo>
                  <a:lnTo>
                    <a:pt x="117690" y="74117"/>
                  </a:lnTo>
                  <a:lnTo>
                    <a:pt x="119773" y="74625"/>
                  </a:lnTo>
                  <a:lnTo>
                    <a:pt x="131775" y="77076"/>
                  </a:lnTo>
                  <a:lnTo>
                    <a:pt x="140411" y="79819"/>
                  </a:lnTo>
                  <a:lnTo>
                    <a:pt x="145618" y="82943"/>
                  </a:lnTo>
                  <a:lnTo>
                    <a:pt x="147370" y="86550"/>
                  </a:lnTo>
                  <a:lnTo>
                    <a:pt x="147370" y="89662"/>
                  </a:lnTo>
                  <a:lnTo>
                    <a:pt x="144767" y="91732"/>
                  </a:lnTo>
                  <a:lnTo>
                    <a:pt x="140081" y="93814"/>
                  </a:lnTo>
                  <a:lnTo>
                    <a:pt x="135394" y="95364"/>
                  </a:lnTo>
                  <a:lnTo>
                    <a:pt x="129146" y="96405"/>
                  </a:lnTo>
                  <a:lnTo>
                    <a:pt x="110401" y="96405"/>
                  </a:lnTo>
                  <a:lnTo>
                    <a:pt x="89052" y="87591"/>
                  </a:lnTo>
                  <a:lnTo>
                    <a:pt x="89052" y="82410"/>
                  </a:lnTo>
                  <a:lnTo>
                    <a:pt x="89573" y="81368"/>
                  </a:lnTo>
                  <a:lnTo>
                    <a:pt x="89573" y="79298"/>
                  </a:lnTo>
                  <a:lnTo>
                    <a:pt x="38531" y="79298"/>
                  </a:lnTo>
                  <a:lnTo>
                    <a:pt x="38531" y="81368"/>
                  </a:lnTo>
                  <a:lnTo>
                    <a:pt x="67500" y="114693"/>
                  </a:lnTo>
                  <a:lnTo>
                    <a:pt x="116128" y="119722"/>
                  </a:lnTo>
                  <a:lnTo>
                    <a:pt x="135305" y="119151"/>
                  </a:lnTo>
                  <a:lnTo>
                    <a:pt x="135496" y="119151"/>
                  </a:lnTo>
                  <a:lnTo>
                    <a:pt x="151955" y="117449"/>
                  </a:lnTo>
                  <a:lnTo>
                    <a:pt x="152247" y="117449"/>
                  </a:lnTo>
                  <a:lnTo>
                    <a:pt x="167246" y="114477"/>
                  </a:lnTo>
                  <a:lnTo>
                    <a:pt x="200164" y="91376"/>
                  </a:lnTo>
                  <a:lnTo>
                    <a:pt x="201536" y="82943"/>
                  </a:lnTo>
                  <a:lnTo>
                    <a:pt x="201536" y="77736"/>
                  </a:lnTo>
                  <a:close/>
                </a:path>
                <a:path w="811529" h="587375">
                  <a:moveTo>
                    <a:pt x="364528" y="92773"/>
                  </a:moveTo>
                  <a:lnTo>
                    <a:pt x="274955" y="92773"/>
                  </a:lnTo>
                  <a:lnTo>
                    <a:pt x="274955" y="69964"/>
                  </a:lnTo>
                  <a:lnTo>
                    <a:pt x="354634" y="69964"/>
                  </a:lnTo>
                  <a:lnTo>
                    <a:pt x="354634" y="45097"/>
                  </a:lnTo>
                  <a:lnTo>
                    <a:pt x="274955" y="45097"/>
                  </a:lnTo>
                  <a:lnTo>
                    <a:pt x="274955" y="26949"/>
                  </a:lnTo>
                  <a:lnTo>
                    <a:pt x="361403" y="26949"/>
                  </a:lnTo>
                  <a:lnTo>
                    <a:pt x="361403" y="1562"/>
                  </a:lnTo>
                  <a:lnTo>
                    <a:pt x="222885" y="1562"/>
                  </a:lnTo>
                  <a:lnTo>
                    <a:pt x="222885" y="117640"/>
                  </a:lnTo>
                  <a:lnTo>
                    <a:pt x="364528" y="117640"/>
                  </a:lnTo>
                  <a:lnTo>
                    <a:pt x="364528" y="92773"/>
                  </a:lnTo>
                  <a:close/>
                </a:path>
                <a:path w="811529" h="587375">
                  <a:moveTo>
                    <a:pt x="372338" y="147193"/>
                  </a:moveTo>
                  <a:lnTo>
                    <a:pt x="0" y="147193"/>
                  </a:lnTo>
                  <a:lnTo>
                    <a:pt x="0" y="208851"/>
                  </a:lnTo>
                  <a:lnTo>
                    <a:pt x="231216" y="208851"/>
                  </a:lnTo>
                  <a:lnTo>
                    <a:pt x="241592" y="211658"/>
                  </a:lnTo>
                  <a:lnTo>
                    <a:pt x="248602" y="218833"/>
                  </a:lnTo>
                  <a:lnTo>
                    <a:pt x="251206" y="228536"/>
                  </a:lnTo>
                  <a:lnTo>
                    <a:pt x="248399" y="238912"/>
                  </a:lnTo>
                  <a:lnTo>
                    <a:pt x="107276" y="484047"/>
                  </a:lnTo>
                  <a:lnTo>
                    <a:pt x="153619" y="527583"/>
                  </a:lnTo>
                  <a:lnTo>
                    <a:pt x="372338" y="147193"/>
                  </a:lnTo>
                  <a:close/>
                </a:path>
                <a:path w="811529" h="587375">
                  <a:moveTo>
                    <a:pt x="572325" y="1562"/>
                  </a:moveTo>
                  <a:lnTo>
                    <a:pt x="522325" y="1562"/>
                  </a:lnTo>
                  <a:lnTo>
                    <a:pt x="522325" y="79806"/>
                  </a:lnTo>
                  <a:lnTo>
                    <a:pt x="486473" y="39903"/>
                  </a:lnTo>
                  <a:lnTo>
                    <a:pt x="452018" y="1562"/>
                  </a:lnTo>
                  <a:lnTo>
                    <a:pt x="386397" y="1562"/>
                  </a:lnTo>
                  <a:lnTo>
                    <a:pt x="386397" y="117640"/>
                  </a:lnTo>
                  <a:lnTo>
                    <a:pt x="435876" y="117640"/>
                  </a:lnTo>
                  <a:lnTo>
                    <a:pt x="435876" y="39903"/>
                  </a:lnTo>
                  <a:lnTo>
                    <a:pt x="504088" y="117640"/>
                  </a:lnTo>
                  <a:lnTo>
                    <a:pt x="572325" y="117640"/>
                  </a:lnTo>
                  <a:lnTo>
                    <a:pt x="572325" y="79806"/>
                  </a:lnTo>
                  <a:lnTo>
                    <a:pt x="572325" y="1562"/>
                  </a:lnTo>
                  <a:close/>
                </a:path>
                <a:path w="811529" h="587375">
                  <a:moveTo>
                    <a:pt x="615543" y="558152"/>
                  </a:moveTo>
                  <a:lnTo>
                    <a:pt x="489902" y="350596"/>
                  </a:lnTo>
                  <a:lnTo>
                    <a:pt x="405676" y="211455"/>
                  </a:lnTo>
                  <a:lnTo>
                    <a:pt x="405142" y="211455"/>
                  </a:lnTo>
                  <a:lnTo>
                    <a:pt x="405142" y="211975"/>
                  </a:lnTo>
                  <a:lnTo>
                    <a:pt x="199974" y="559714"/>
                  </a:lnTo>
                  <a:lnTo>
                    <a:pt x="254647" y="587171"/>
                  </a:lnTo>
                  <a:lnTo>
                    <a:pt x="389001" y="360705"/>
                  </a:lnTo>
                  <a:lnTo>
                    <a:pt x="396735" y="353123"/>
                  </a:lnTo>
                  <a:lnTo>
                    <a:pt x="406717" y="350596"/>
                  </a:lnTo>
                  <a:lnTo>
                    <a:pt x="416687" y="353123"/>
                  </a:lnTo>
                  <a:lnTo>
                    <a:pt x="424421" y="360705"/>
                  </a:lnTo>
                  <a:lnTo>
                    <a:pt x="559816" y="587171"/>
                  </a:lnTo>
                  <a:lnTo>
                    <a:pt x="615543" y="558152"/>
                  </a:lnTo>
                  <a:close/>
                </a:path>
                <a:path w="811529" h="587375">
                  <a:moveTo>
                    <a:pt x="790486" y="117640"/>
                  </a:moveTo>
                  <a:lnTo>
                    <a:pt x="776732" y="96913"/>
                  </a:lnTo>
                  <a:lnTo>
                    <a:pt x="759866" y="71526"/>
                  </a:lnTo>
                  <a:lnTo>
                    <a:pt x="732002" y="29552"/>
                  </a:lnTo>
                  <a:lnTo>
                    <a:pt x="713422" y="1562"/>
                  </a:lnTo>
                  <a:lnTo>
                    <a:pt x="706691" y="1562"/>
                  </a:lnTo>
                  <a:lnTo>
                    <a:pt x="706691" y="71526"/>
                  </a:lnTo>
                  <a:lnTo>
                    <a:pt x="655637" y="71526"/>
                  </a:lnTo>
                  <a:lnTo>
                    <a:pt x="682205" y="29552"/>
                  </a:lnTo>
                  <a:lnTo>
                    <a:pt x="706691" y="71526"/>
                  </a:lnTo>
                  <a:lnTo>
                    <a:pt x="706691" y="1562"/>
                  </a:lnTo>
                  <a:lnTo>
                    <a:pt x="656158" y="1562"/>
                  </a:lnTo>
                  <a:lnTo>
                    <a:pt x="575449" y="117640"/>
                  </a:lnTo>
                  <a:lnTo>
                    <a:pt x="627519" y="117640"/>
                  </a:lnTo>
                  <a:lnTo>
                    <a:pt x="640016" y="96913"/>
                  </a:lnTo>
                  <a:lnTo>
                    <a:pt x="720712" y="96913"/>
                  </a:lnTo>
                  <a:lnTo>
                    <a:pt x="732726" y="117640"/>
                  </a:lnTo>
                  <a:lnTo>
                    <a:pt x="790486" y="117640"/>
                  </a:lnTo>
                  <a:close/>
                </a:path>
                <a:path w="811529" h="587375">
                  <a:moveTo>
                    <a:pt x="811377" y="147193"/>
                  </a:moveTo>
                  <a:lnTo>
                    <a:pt x="438480" y="147193"/>
                  </a:lnTo>
                  <a:lnTo>
                    <a:pt x="657199" y="527583"/>
                  </a:lnTo>
                  <a:lnTo>
                    <a:pt x="703567" y="484047"/>
                  </a:lnTo>
                  <a:lnTo>
                    <a:pt x="562419" y="238912"/>
                  </a:lnTo>
                  <a:lnTo>
                    <a:pt x="559612" y="228536"/>
                  </a:lnTo>
                  <a:lnTo>
                    <a:pt x="562229" y="218833"/>
                  </a:lnTo>
                  <a:lnTo>
                    <a:pt x="569226" y="211658"/>
                  </a:lnTo>
                  <a:lnTo>
                    <a:pt x="579615" y="208851"/>
                  </a:lnTo>
                  <a:lnTo>
                    <a:pt x="811377" y="208851"/>
                  </a:lnTo>
                  <a:lnTo>
                    <a:pt x="811377" y="1471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412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30"/>
              </a:spcBef>
            </a:pPr>
            <a:r>
              <a:rPr sz="4400" spc="330" dirty="0"/>
              <a:t>CONTROL</a:t>
            </a:r>
            <a:r>
              <a:rPr sz="4400" spc="105" dirty="0"/>
              <a:t> </a:t>
            </a:r>
            <a:r>
              <a:rPr sz="4400" spc="370" dirty="0"/>
              <a:t>STORE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1271650" y="3243326"/>
            <a:ext cx="2000250" cy="1333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55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</a:pPr>
            <a:r>
              <a:rPr sz="1550" spc="90" dirty="0">
                <a:latin typeface="Trebuchet MS"/>
                <a:cs typeface="Trebuchet MS"/>
              </a:rPr>
              <a:t>Logo</a:t>
            </a:r>
            <a:r>
              <a:rPr sz="1550" spc="40" dirty="0">
                <a:latin typeface="Trebuchet MS"/>
                <a:cs typeface="Trebuchet MS"/>
              </a:rPr>
              <a:t> </a:t>
            </a:r>
            <a:r>
              <a:rPr sz="1550" spc="80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1875" y="3765867"/>
            <a:ext cx="13919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90" dirty="0">
                <a:latin typeface="Trebuchet MS"/>
                <a:cs typeface="Trebuchet MS"/>
              </a:rPr>
              <a:t>Logo</a:t>
            </a:r>
            <a:r>
              <a:rPr sz="1550" spc="35" dirty="0">
                <a:latin typeface="Trebuchet MS"/>
                <a:cs typeface="Trebuchet MS"/>
              </a:rPr>
              <a:t> </a:t>
            </a:r>
            <a:r>
              <a:rPr sz="1550" spc="90" dirty="0"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67075" y="3238500"/>
            <a:ext cx="2114550" cy="13430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36968" y="2506980"/>
            <a:ext cx="4170045" cy="29597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1800225">
              <a:lnSpc>
                <a:spcPts val="3829"/>
              </a:lnSpc>
              <a:spcBef>
                <a:spcPts val="265"/>
              </a:spcBef>
            </a:pPr>
            <a:r>
              <a:rPr sz="3200" spc="55" dirty="0">
                <a:latin typeface="Trebuchet MS"/>
                <a:cs typeface="Trebuchet MS"/>
              </a:rPr>
              <a:t>Problema </a:t>
            </a:r>
            <a:r>
              <a:rPr sz="3200" spc="-10" dirty="0">
                <a:latin typeface="Trebuchet MS"/>
                <a:cs typeface="Trebuchet MS"/>
              </a:rPr>
              <a:t>Objetivos Justificación </a:t>
            </a:r>
            <a:r>
              <a:rPr sz="3200" spc="35" dirty="0">
                <a:latin typeface="Trebuchet MS"/>
                <a:cs typeface="Trebuchet MS"/>
              </a:rPr>
              <a:t>Alcance </a:t>
            </a:r>
            <a:r>
              <a:rPr sz="3200" spc="-10" dirty="0">
                <a:latin typeface="Trebuchet MS"/>
                <a:cs typeface="Trebuchet MS"/>
              </a:rPr>
              <a:t>Delimitación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779"/>
              </a:lnSpc>
            </a:pPr>
            <a:r>
              <a:rPr sz="3200" spc="45" dirty="0">
                <a:latin typeface="Trebuchet MS"/>
                <a:cs typeface="Trebuchet MS"/>
              </a:rPr>
              <a:t>Entregables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Trimestre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6825" y="3238500"/>
            <a:ext cx="20574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215" dirty="0"/>
              <a:t>Problema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1151" y="509651"/>
            <a:ext cx="1076325" cy="54292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61925" marR="150495" indent="151765">
              <a:lnSpc>
                <a:spcPct val="105000"/>
              </a:lnSpc>
              <a:spcBef>
                <a:spcPts val="60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4951" y="514667"/>
            <a:ext cx="85788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189230">
              <a:lnSpc>
                <a:spcPct val="105000"/>
              </a:lnSpc>
              <a:spcBef>
                <a:spcPts val="35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77" y="2102291"/>
            <a:ext cx="11612245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empresa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Ayuelal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presenta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fallas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inventario,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dificulta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organización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productos.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cuadernos,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procesos </a:t>
            </a:r>
            <a:r>
              <a:rPr sz="2400" dirty="0">
                <a:latin typeface="Calibri"/>
                <a:cs typeface="Calibri"/>
              </a:rPr>
              <a:t>lentos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poco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eficientes. 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realiza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siendo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inexacto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propenso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errores.</a:t>
            </a:r>
            <a:endParaRPr sz="2400" dirty="0">
              <a:latin typeface="Calibri"/>
              <a:cs typeface="Calibri"/>
            </a:endParaRPr>
          </a:p>
          <a:p>
            <a:pPr marL="12700" marR="762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libri"/>
                <a:cs typeface="Calibri"/>
              </a:rPr>
              <a:t>Además,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presentan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inconsistencias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manejo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caja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dinero,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afectando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 </a:t>
            </a:r>
            <a:r>
              <a:rPr sz="2400" dirty="0">
                <a:latin typeface="Calibri"/>
                <a:cs typeface="Calibri"/>
              </a:rPr>
              <a:t>financiero.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identificar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agotados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vencer,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 </a:t>
            </a:r>
            <a:r>
              <a:rPr sz="2400" spc="-10" dirty="0">
                <a:latin typeface="Calibri"/>
                <a:cs typeface="Calibri"/>
              </a:rPr>
              <a:t>incrementa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riesgo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pérdidas.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situación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desorden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afecta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funcionamiento </a:t>
            </a:r>
            <a:r>
              <a:rPr sz="2400" dirty="0">
                <a:latin typeface="Calibri"/>
                <a:cs typeface="Calibri"/>
              </a:rPr>
              <a:t>del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negocio.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2650" y="485775"/>
            <a:ext cx="1304925" cy="590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6325" y="457200"/>
            <a:ext cx="1076325" cy="647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24" y="5468419"/>
            <a:ext cx="1743074" cy="12231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8925" y="5114924"/>
            <a:ext cx="1743075" cy="1743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44" y="304427"/>
              <a:ext cx="182752" cy="1835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8525" y="517258"/>
              <a:ext cx="850265" cy="616585"/>
            </a:xfrm>
            <a:custGeom>
              <a:avLst/>
              <a:gdLst/>
              <a:ahLst/>
              <a:cxnLst/>
              <a:rect l="l" t="t" r="r" b="b"/>
              <a:pathLst>
                <a:path w="850265" h="616585">
                  <a:moveTo>
                    <a:pt x="211112" y="81864"/>
                  </a:moveTo>
                  <a:lnTo>
                    <a:pt x="176669" y="54305"/>
                  </a:lnTo>
                  <a:lnTo>
                    <a:pt x="143040" y="47815"/>
                  </a:lnTo>
                  <a:lnTo>
                    <a:pt x="140601" y="47383"/>
                  </a:lnTo>
                  <a:lnTo>
                    <a:pt x="137363" y="46570"/>
                  </a:lnTo>
                  <a:lnTo>
                    <a:pt x="132905" y="46202"/>
                  </a:lnTo>
                  <a:lnTo>
                    <a:pt x="118478" y="43307"/>
                  </a:lnTo>
                  <a:lnTo>
                    <a:pt x="108089" y="40157"/>
                  </a:lnTo>
                  <a:lnTo>
                    <a:pt x="101904" y="36855"/>
                  </a:lnTo>
                  <a:lnTo>
                    <a:pt x="101346" y="36042"/>
                  </a:lnTo>
                  <a:lnTo>
                    <a:pt x="99682" y="33235"/>
                  </a:lnTo>
                  <a:lnTo>
                    <a:pt x="99682" y="30365"/>
                  </a:lnTo>
                  <a:lnTo>
                    <a:pt x="101701" y="27940"/>
                  </a:lnTo>
                  <a:lnTo>
                    <a:pt x="106159" y="26314"/>
                  </a:lnTo>
                  <a:lnTo>
                    <a:pt x="110210" y="25120"/>
                  </a:lnTo>
                  <a:lnTo>
                    <a:pt x="116293" y="24320"/>
                  </a:lnTo>
                  <a:lnTo>
                    <a:pt x="133718" y="24320"/>
                  </a:lnTo>
                  <a:lnTo>
                    <a:pt x="141414" y="25120"/>
                  </a:lnTo>
                  <a:lnTo>
                    <a:pt x="146685" y="27559"/>
                  </a:lnTo>
                  <a:lnTo>
                    <a:pt x="151549" y="29552"/>
                  </a:lnTo>
                  <a:lnTo>
                    <a:pt x="154381" y="32804"/>
                  </a:lnTo>
                  <a:lnTo>
                    <a:pt x="154381" y="37655"/>
                  </a:lnTo>
                  <a:lnTo>
                    <a:pt x="205041" y="37655"/>
                  </a:lnTo>
                  <a:lnTo>
                    <a:pt x="205041" y="36042"/>
                  </a:lnTo>
                  <a:lnTo>
                    <a:pt x="203962" y="28511"/>
                  </a:lnTo>
                  <a:lnTo>
                    <a:pt x="203873" y="27940"/>
                  </a:lnTo>
                  <a:lnTo>
                    <a:pt x="203822" y="27559"/>
                  </a:lnTo>
                  <a:lnTo>
                    <a:pt x="161455" y="2438"/>
                  </a:lnTo>
                  <a:lnTo>
                    <a:pt x="161912" y="2438"/>
                  </a:lnTo>
                  <a:lnTo>
                    <a:pt x="144907" y="609"/>
                  </a:lnTo>
                  <a:lnTo>
                    <a:pt x="126022" y="0"/>
                  </a:lnTo>
                  <a:lnTo>
                    <a:pt x="106870" y="609"/>
                  </a:lnTo>
                  <a:lnTo>
                    <a:pt x="64020" y="9728"/>
                  </a:lnTo>
                  <a:lnTo>
                    <a:pt x="42951" y="41719"/>
                  </a:lnTo>
                  <a:lnTo>
                    <a:pt x="43751" y="46202"/>
                  </a:lnTo>
                  <a:lnTo>
                    <a:pt x="46189" y="50253"/>
                  </a:lnTo>
                  <a:lnTo>
                    <a:pt x="48209" y="54305"/>
                  </a:lnTo>
                  <a:lnTo>
                    <a:pt x="94030" y="72872"/>
                  </a:lnTo>
                  <a:lnTo>
                    <a:pt x="115074" y="76593"/>
                  </a:lnTo>
                  <a:lnTo>
                    <a:pt x="119126" y="77406"/>
                  </a:lnTo>
                  <a:lnTo>
                    <a:pt x="120345" y="77812"/>
                  </a:lnTo>
                  <a:lnTo>
                    <a:pt x="121564" y="77812"/>
                  </a:lnTo>
                  <a:lnTo>
                    <a:pt x="123177" y="78219"/>
                  </a:lnTo>
                  <a:lnTo>
                    <a:pt x="125615" y="78625"/>
                  </a:lnTo>
                  <a:lnTo>
                    <a:pt x="138137" y="80975"/>
                  </a:lnTo>
                  <a:lnTo>
                    <a:pt x="147459" y="83896"/>
                  </a:lnTo>
                  <a:lnTo>
                    <a:pt x="147307" y="83896"/>
                  </a:lnTo>
                  <a:lnTo>
                    <a:pt x="149999" y="85521"/>
                  </a:lnTo>
                  <a:lnTo>
                    <a:pt x="152603" y="87134"/>
                  </a:lnTo>
                  <a:lnTo>
                    <a:pt x="154381" y="90779"/>
                  </a:lnTo>
                  <a:lnTo>
                    <a:pt x="154381" y="94030"/>
                  </a:lnTo>
                  <a:lnTo>
                    <a:pt x="151955" y="96469"/>
                  </a:lnTo>
                  <a:lnTo>
                    <a:pt x="142227" y="100520"/>
                  </a:lnTo>
                  <a:lnTo>
                    <a:pt x="135343" y="101320"/>
                  </a:lnTo>
                  <a:lnTo>
                    <a:pt x="115481" y="101320"/>
                  </a:lnTo>
                  <a:lnTo>
                    <a:pt x="106972" y="100114"/>
                  </a:lnTo>
                  <a:lnTo>
                    <a:pt x="101701" y="98082"/>
                  </a:lnTo>
                  <a:lnTo>
                    <a:pt x="96431" y="95656"/>
                  </a:lnTo>
                  <a:lnTo>
                    <a:pt x="93599" y="91998"/>
                  </a:lnTo>
                  <a:lnTo>
                    <a:pt x="93599" y="85521"/>
                  </a:lnTo>
                  <a:lnTo>
                    <a:pt x="94005" y="83896"/>
                  </a:lnTo>
                  <a:lnTo>
                    <a:pt x="94005" y="83489"/>
                  </a:lnTo>
                  <a:lnTo>
                    <a:pt x="40513" y="83489"/>
                  </a:lnTo>
                  <a:lnTo>
                    <a:pt x="40513" y="85521"/>
                  </a:lnTo>
                  <a:lnTo>
                    <a:pt x="41719" y="95402"/>
                  </a:lnTo>
                  <a:lnTo>
                    <a:pt x="45262" y="103657"/>
                  </a:lnTo>
                  <a:lnTo>
                    <a:pt x="45326" y="103809"/>
                  </a:lnTo>
                  <a:lnTo>
                    <a:pt x="84785" y="123621"/>
                  </a:lnTo>
                  <a:lnTo>
                    <a:pt x="121564" y="126060"/>
                  </a:lnTo>
                  <a:lnTo>
                    <a:pt x="140144" y="125450"/>
                  </a:lnTo>
                  <a:lnTo>
                    <a:pt x="141516" y="125450"/>
                  </a:lnTo>
                  <a:lnTo>
                    <a:pt x="188010" y="115925"/>
                  </a:lnTo>
                  <a:lnTo>
                    <a:pt x="211112" y="87134"/>
                  </a:lnTo>
                  <a:lnTo>
                    <a:pt x="211112" y="81864"/>
                  </a:lnTo>
                  <a:close/>
                </a:path>
                <a:path w="850265" h="616585">
                  <a:moveTo>
                    <a:pt x="382117" y="97269"/>
                  </a:moveTo>
                  <a:lnTo>
                    <a:pt x="288099" y="97269"/>
                  </a:lnTo>
                  <a:lnTo>
                    <a:pt x="288099" y="73748"/>
                  </a:lnTo>
                  <a:lnTo>
                    <a:pt x="371576" y="73748"/>
                  </a:lnTo>
                  <a:lnTo>
                    <a:pt x="371576" y="47815"/>
                  </a:lnTo>
                  <a:lnTo>
                    <a:pt x="288099" y="47815"/>
                  </a:lnTo>
                  <a:lnTo>
                    <a:pt x="288099" y="28371"/>
                  </a:lnTo>
                  <a:lnTo>
                    <a:pt x="378472" y="28371"/>
                  </a:lnTo>
                  <a:lnTo>
                    <a:pt x="378472" y="2006"/>
                  </a:lnTo>
                  <a:lnTo>
                    <a:pt x="233400" y="2006"/>
                  </a:lnTo>
                  <a:lnTo>
                    <a:pt x="233400" y="124028"/>
                  </a:lnTo>
                  <a:lnTo>
                    <a:pt x="382117" y="124028"/>
                  </a:lnTo>
                  <a:lnTo>
                    <a:pt x="382117" y="97269"/>
                  </a:lnTo>
                  <a:close/>
                </a:path>
                <a:path w="850265" h="616585">
                  <a:moveTo>
                    <a:pt x="390220" y="154838"/>
                  </a:moveTo>
                  <a:lnTo>
                    <a:pt x="0" y="154838"/>
                  </a:lnTo>
                  <a:lnTo>
                    <a:pt x="0" y="218897"/>
                  </a:lnTo>
                  <a:lnTo>
                    <a:pt x="242316" y="218897"/>
                  </a:lnTo>
                  <a:lnTo>
                    <a:pt x="253136" y="221894"/>
                  </a:lnTo>
                  <a:lnTo>
                    <a:pt x="260540" y="229527"/>
                  </a:lnTo>
                  <a:lnTo>
                    <a:pt x="263398" y="239750"/>
                  </a:lnTo>
                  <a:lnTo>
                    <a:pt x="260540" y="250507"/>
                  </a:lnTo>
                  <a:lnTo>
                    <a:pt x="112242" y="507936"/>
                  </a:lnTo>
                  <a:lnTo>
                    <a:pt x="160858" y="553745"/>
                  </a:lnTo>
                  <a:lnTo>
                    <a:pt x="390220" y="154838"/>
                  </a:lnTo>
                  <a:close/>
                </a:path>
                <a:path w="850265" h="616585">
                  <a:moveTo>
                    <a:pt x="599694" y="2006"/>
                  </a:moveTo>
                  <a:lnTo>
                    <a:pt x="547420" y="2006"/>
                  </a:lnTo>
                  <a:lnTo>
                    <a:pt x="547420" y="83896"/>
                  </a:lnTo>
                  <a:lnTo>
                    <a:pt x="509447" y="41719"/>
                  </a:lnTo>
                  <a:lnTo>
                    <a:pt x="473697" y="2006"/>
                  </a:lnTo>
                  <a:lnTo>
                    <a:pt x="404812" y="2006"/>
                  </a:lnTo>
                  <a:lnTo>
                    <a:pt x="404812" y="124028"/>
                  </a:lnTo>
                  <a:lnTo>
                    <a:pt x="457073" y="124028"/>
                  </a:lnTo>
                  <a:lnTo>
                    <a:pt x="457073" y="41719"/>
                  </a:lnTo>
                  <a:lnTo>
                    <a:pt x="528396" y="124028"/>
                  </a:lnTo>
                  <a:lnTo>
                    <a:pt x="599694" y="124028"/>
                  </a:lnTo>
                  <a:lnTo>
                    <a:pt x="599694" y="83896"/>
                  </a:lnTo>
                  <a:lnTo>
                    <a:pt x="599694" y="2006"/>
                  </a:lnTo>
                  <a:close/>
                </a:path>
                <a:path w="850265" h="616585">
                  <a:moveTo>
                    <a:pt x="644690" y="585762"/>
                  </a:moveTo>
                  <a:lnTo>
                    <a:pt x="513054" y="367969"/>
                  </a:lnTo>
                  <a:lnTo>
                    <a:pt x="424662" y="221729"/>
                  </a:lnTo>
                  <a:lnTo>
                    <a:pt x="424662" y="222135"/>
                  </a:lnTo>
                  <a:lnTo>
                    <a:pt x="424256" y="222948"/>
                  </a:lnTo>
                  <a:lnTo>
                    <a:pt x="209892" y="587794"/>
                  </a:lnTo>
                  <a:lnTo>
                    <a:pt x="267030" y="616165"/>
                  </a:lnTo>
                  <a:lnTo>
                    <a:pt x="407644" y="378612"/>
                  </a:lnTo>
                  <a:lnTo>
                    <a:pt x="415848" y="370636"/>
                  </a:lnTo>
                  <a:lnTo>
                    <a:pt x="426224" y="367969"/>
                  </a:lnTo>
                  <a:lnTo>
                    <a:pt x="436524" y="370636"/>
                  </a:lnTo>
                  <a:lnTo>
                    <a:pt x="444512" y="378612"/>
                  </a:lnTo>
                  <a:lnTo>
                    <a:pt x="586359" y="616165"/>
                  </a:lnTo>
                  <a:lnTo>
                    <a:pt x="644690" y="585762"/>
                  </a:lnTo>
                  <a:close/>
                </a:path>
                <a:path w="850265" h="616585">
                  <a:moveTo>
                    <a:pt x="828268" y="124028"/>
                  </a:moveTo>
                  <a:lnTo>
                    <a:pt x="813523" y="101727"/>
                  </a:lnTo>
                  <a:lnTo>
                    <a:pt x="796112" y="75374"/>
                  </a:lnTo>
                  <a:lnTo>
                    <a:pt x="766660" y="30797"/>
                  </a:lnTo>
                  <a:lnTo>
                    <a:pt x="747623" y="2006"/>
                  </a:lnTo>
                  <a:lnTo>
                    <a:pt x="740714" y="2006"/>
                  </a:lnTo>
                  <a:lnTo>
                    <a:pt x="740714" y="75374"/>
                  </a:lnTo>
                  <a:lnTo>
                    <a:pt x="686816" y="75374"/>
                  </a:lnTo>
                  <a:lnTo>
                    <a:pt x="714413" y="30797"/>
                  </a:lnTo>
                  <a:lnTo>
                    <a:pt x="740714" y="75374"/>
                  </a:lnTo>
                  <a:lnTo>
                    <a:pt x="740714" y="2006"/>
                  </a:lnTo>
                  <a:lnTo>
                    <a:pt x="687247" y="2006"/>
                  </a:lnTo>
                  <a:lnTo>
                    <a:pt x="602945" y="124028"/>
                  </a:lnTo>
                  <a:lnTo>
                    <a:pt x="657656" y="124028"/>
                  </a:lnTo>
                  <a:lnTo>
                    <a:pt x="670610" y="101727"/>
                  </a:lnTo>
                  <a:lnTo>
                    <a:pt x="755294" y="101727"/>
                  </a:lnTo>
                  <a:lnTo>
                    <a:pt x="767448" y="124028"/>
                  </a:lnTo>
                  <a:lnTo>
                    <a:pt x="828268" y="124028"/>
                  </a:lnTo>
                  <a:close/>
                </a:path>
                <a:path w="850265" h="616585">
                  <a:moveTo>
                    <a:pt x="849757" y="154838"/>
                  </a:moveTo>
                  <a:lnTo>
                    <a:pt x="459511" y="154838"/>
                  </a:lnTo>
                  <a:lnTo>
                    <a:pt x="688441" y="553745"/>
                  </a:lnTo>
                  <a:lnTo>
                    <a:pt x="737095" y="507936"/>
                  </a:lnTo>
                  <a:lnTo>
                    <a:pt x="589165" y="250507"/>
                  </a:lnTo>
                  <a:lnTo>
                    <a:pt x="586320" y="239750"/>
                  </a:lnTo>
                  <a:lnTo>
                    <a:pt x="589178" y="229527"/>
                  </a:lnTo>
                  <a:lnTo>
                    <a:pt x="596595" y="221894"/>
                  </a:lnTo>
                  <a:lnTo>
                    <a:pt x="607428" y="218897"/>
                  </a:lnTo>
                  <a:lnTo>
                    <a:pt x="849757" y="218897"/>
                  </a:lnTo>
                  <a:lnTo>
                    <a:pt x="849757" y="154838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98445" y="297815"/>
            <a:ext cx="6761797" cy="966469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30"/>
              </a:spcBef>
            </a:pPr>
            <a:r>
              <a:rPr sz="4400" spc="215" dirty="0">
                <a:solidFill>
                  <a:srgbClr val="0D0D0D"/>
                </a:solidFill>
              </a:rPr>
              <a:t>Problema</a:t>
            </a:r>
            <a:endParaRPr sz="4400" dirty="0"/>
          </a:p>
        </p:txBody>
      </p:sp>
      <p:sp>
        <p:nvSpPr>
          <p:cNvPr id="7" name="object 7"/>
          <p:cNvSpPr txBox="1"/>
          <p:nvPr/>
        </p:nvSpPr>
        <p:spPr>
          <a:xfrm>
            <a:off x="8701151" y="509651"/>
            <a:ext cx="1076325" cy="542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54940" marR="147955" indent="155575">
              <a:lnSpc>
                <a:spcPct val="105000"/>
              </a:lnSpc>
              <a:spcBef>
                <a:spcPts val="60"/>
              </a:spcBef>
            </a:pPr>
            <a:r>
              <a:rPr sz="1550" spc="70" dirty="0">
                <a:latin typeface="Trebuchet MS"/>
                <a:cs typeface="Trebuchet MS"/>
              </a:rPr>
              <a:t>Logo </a:t>
            </a:r>
            <a:r>
              <a:rPr sz="1550" spc="75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86950" y="514667"/>
            <a:ext cx="86741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193675">
              <a:lnSpc>
                <a:spcPct val="105000"/>
              </a:lnSpc>
              <a:spcBef>
                <a:spcPts val="35"/>
              </a:spcBef>
            </a:pPr>
            <a:r>
              <a:rPr sz="1550" spc="70" dirty="0">
                <a:latin typeface="Trebuchet MS"/>
                <a:cs typeface="Trebuchet MS"/>
              </a:rPr>
              <a:t>Logo </a:t>
            </a:r>
            <a:r>
              <a:rPr sz="1550" spc="90" dirty="0"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2650" y="485775"/>
            <a:ext cx="1304925" cy="5905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8600" y="1267406"/>
            <a:ext cx="11680190" cy="440223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2384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aplicaron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técnicas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entrevistas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dueño,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encuestas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empleados,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domiciliario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clientes,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revisión </a:t>
            </a:r>
            <a:r>
              <a:rPr sz="1800" dirty="0">
                <a:latin typeface="Calibri"/>
                <a:cs typeface="Calibri"/>
              </a:rPr>
              <a:t>documental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negocio. Esto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permitió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recolectar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sobre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funcionamiento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tienda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 err="1">
                <a:latin typeface="Calibri"/>
                <a:cs typeface="Calibri"/>
              </a:rPr>
              <a:t>principales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lang="es-MX" sz="1800" spc="-10" dirty="0">
              <a:latin typeface="Calibri"/>
              <a:cs typeface="Calibri"/>
            </a:endParaRPr>
          </a:p>
          <a:p>
            <a:pPr marL="12700" marR="304800" algn="just">
              <a:lnSpc>
                <a:spcPct val="99100"/>
              </a:lnSpc>
              <a:spcBef>
                <a:spcPts val="3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obtenida,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analizaron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inventario,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caja.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 </a:t>
            </a:r>
            <a:r>
              <a:rPr sz="1800" dirty="0">
                <a:latin typeface="Calibri"/>
                <a:cs typeface="Calibri"/>
              </a:rPr>
              <a:t>identificó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dificulta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los </a:t>
            </a:r>
            <a:r>
              <a:rPr sz="1800" spc="-10" dirty="0" err="1">
                <a:latin typeface="Calibri"/>
                <a:cs typeface="Calibri"/>
              </a:rPr>
              <a:t>datos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lang="es-MX" sz="1800" spc="-1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895"/>
              </a:spcBef>
            </a:pPr>
            <a:r>
              <a:rPr sz="1800" spc="-10" dirty="0">
                <a:latin typeface="Calibri"/>
                <a:cs typeface="Calibri"/>
              </a:rPr>
              <a:t>NECESIDADES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ENCONTRADAS:</a:t>
            </a:r>
            <a:r>
              <a:rPr lang="es-MX" spc="-10" dirty="0">
                <a:latin typeface="Calibri"/>
                <a:cs typeface="Calibri"/>
              </a:rPr>
              <a:t>   </a:t>
            </a:r>
            <a:r>
              <a:rPr sz="1800" dirty="0">
                <a:latin typeface="Calibri"/>
                <a:cs typeface="Calibri"/>
              </a:rPr>
              <a:t>Se identificó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necesidad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inventario,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desorden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real.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afecta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disponibilidad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organización.</a:t>
            </a:r>
            <a:endParaRPr sz="1800" dirty="0">
              <a:latin typeface="Calibri"/>
              <a:cs typeface="Calibri"/>
            </a:endParaRPr>
          </a:p>
          <a:p>
            <a:pPr marL="12700" marR="301625">
              <a:lnSpc>
                <a:spcPts val="2100"/>
              </a:lnSpc>
              <a:spcBef>
                <a:spcPts val="135"/>
              </a:spcBef>
            </a:pPr>
            <a:r>
              <a:rPr sz="1800" spc="-10" dirty="0">
                <a:latin typeface="Calibri"/>
                <a:cs typeface="Calibri"/>
              </a:rPr>
              <a:t>También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debido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demoras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actuales.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 </a:t>
            </a:r>
            <a:r>
              <a:rPr sz="1800" dirty="0">
                <a:latin typeface="Calibri"/>
                <a:cs typeface="Calibri"/>
              </a:rPr>
              <a:t>permitiría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rapidez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precisión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transacciones.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20"/>
              </a:lnSpc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deberá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organización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hacen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mejorarlos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todo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fluya.</a:t>
            </a:r>
            <a:endParaRPr sz="1800" dirty="0">
              <a:latin typeface="Calibri"/>
              <a:cs typeface="Calibri"/>
            </a:endParaRPr>
          </a:p>
          <a:p>
            <a:pPr marL="12700" marR="8255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Además,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necesario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mejorar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inconsistencias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dinero. 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herramienta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facilite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seguimiento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egresos.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Finalmente,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necesita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centralizar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organizar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para </a:t>
            </a:r>
            <a:r>
              <a:rPr sz="1800" dirty="0">
                <a:latin typeface="Calibri"/>
                <a:cs typeface="Calibri"/>
              </a:rPr>
              <a:t>apoyar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decisiones.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6325" y="457200"/>
            <a:ext cx="107632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44" y="304427"/>
              <a:ext cx="182752" cy="1835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8525" y="517258"/>
              <a:ext cx="850265" cy="616585"/>
            </a:xfrm>
            <a:custGeom>
              <a:avLst/>
              <a:gdLst/>
              <a:ahLst/>
              <a:cxnLst/>
              <a:rect l="l" t="t" r="r" b="b"/>
              <a:pathLst>
                <a:path w="850265" h="616585">
                  <a:moveTo>
                    <a:pt x="211112" y="81864"/>
                  </a:moveTo>
                  <a:lnTo>
                    <a:pt x="176669" y="54305"/>
                  </a:lnTo>
                  <a:lnTo>
                    <a:pt x="143040" y="47815"/>
                  </a:lnTo>
                  <a:lnTo>
                    <a:pt x="140601" y="47383"/>
                  </a:lnTo>
                  <a:lnTo>
                    <a:pt x="137363" y="46570"/>
                  </a:lnTo>
                  <a:lnTo>
                    <a:pt x="132905" y="46202"/>
                  </a:lnTo>
                  <a:lnTo>
                    <a:pt x="118478" y="43307"/>
                  </a:lnTo>
                  <a:lnTo>
                    <a:pt x="108089" y="40157"/>
                  </a:lnTo>
                  <a:lnTo>
                    <a:pt x="101904" y="36855"/>
                  </a:lnTo>
                  <a:lnTo>
                    <a:pt x="101346" y="36042"/>
                  </a:lnTo>
                  <a:lnTo>
                    <a:pt x="99682" y="33235"/>
                  </a:lnTo>
                  <a:lnTo>
                    <a:pt x="99682" y="30365"/>
                  </a:lnTo>
                  <a:lnTo>
                    <a:pt x="101701" y="27940"/>
                  </a:lnTo>
                  <a:lnTo>
                    <a:pt x="106159" y="26314"/>
                  </a:lnTo>
                  <a:lnTo>
                    <a:pt x="110210" y="25120"/>
                  </a:lnTo>
                  <a:lnTo>
                    <a:pt x="116293" y="24320"/>
                  </a:lnTo>
                  <a:lnTo>
                    <a:pt x="133718" y="24320"/>
                  </a:lnTo>
                  <a:lnTo>
                    <a:pt x="141414" y="25120"/>
                  </a:lnTo>
                  <a:lnTo>
                    <a:pt x="146685" y="27559"/>
                  </a:lnTo>
                  <a:lnTo>
                    <a:pt x="151549" y="29552"/>
                  </a:lnTo>
                  <a:lnTo>
                    <a:pt x="154381" y="32804"/>
                  </a:lnTo>
                  <a:lnTo>
                    <a:pt x="154381" y="37655"/>
                  </a:lnTo>
                  <a:lnTo>
                    <a:pt x="205041" y="37655"/>
                  </a:lnTo>
                  <a:lnTo>
                    <a:pt x="205041" y="36042"/>
                  </a:lnTo>
                  <a:lnTo>
                    <a:pt x="203962" y="28511"/>
                  </a:lnTo>
                  <a:lnTo>
                    <a:pt x="203873" y="27940"/>
                  </a:lnTo>
                  <a:lnTo>
                    <a:pt x="203822" y="27559"/>
                  </a:lnTo>
                  <a:lnTo>
                    <a:pt x="161455" y="2438"/>
                  </a:lnTo>
                  <a:lnTo>
                    <a:pt x="161912" y="2438"/>
                  </a:lnTo>
                  <a:lnTo>
                    <a:pt x="144907" y="609"/>
                  </a:lnTo>
                  <a:lnTo>
                    <a:pt x="126022" y="0"/>
                  </a:lnTo>
                  <a:lnTo>
                    <a:pt x="106870" y="609"/>
                  </a:lnTo>
                  <a:lnTo>
                    <a:pt x="64020" y="9728"/>
                  </a:lnTo>
                  <a:lnTo>
                    <a:pt x="42951" y="41719"/>
                  </a:lnTo>
                  <a:lnTo>
                    <a:pt x="43751" y="46202"/>
                  </a:lnTo>
                  <a:lnTo>
                    <a:pt x="46189" y="50253"/>
                  </a:lnTo>
                  <a:lnTo>
                    <a:pt x="48209" y="54305"/>
                  </a:lnTo>
                  <a:lnTo>
                    <a:pt x="94030" y="72872"/>
                  </a:lnTo>
                  <a:lnTo>
                    <a:pt x="115074" y="76593"/>
                  </a:lnTo>
                  <a:lnTo>
                    <a:pt x="119126" y="77406"/>
                  </a:lnTo>
                  <a:lnTo>
                    <a:pt x="120345" y="77812"/>
                  </a:lnTo>
                  <a:lnTo>
                    <a:pt x="121564" y="77812"/>
                  </a:lnTo>
                  <a:lnTo>
                    <a:pt x="123177" y="78219"/>
                  </a:lnTo>
                  <a:lnTo>
                    <a:pt x="125615" y="78625"/>
                  </a:lnTo>
                  <a:lnTo>
                    <a:pt x="138137" y="80975"/>
                  </a:lnTo>
                  <a:lnTo>
                    <a:pt x="147459" y="83896"/>
                  </a:lnTo>
                  <a:lnTo>
                    <a:pt x="147307" y="83896"/>
                  </a:lnTo>
                  <a:lnTo>
                    <a:pt x="149999" y="85521"/>
                  </a:lnTo>
                  <a:lnTo>
                    <a:pt x="152603" y="87134"/>
                  </a:lnTo>
                  <a:lnTo>
                    <a:pt x="154381" y="90779"/>
                  </a:lnTo>
                  <a:lnTo>
                    <a:pt x="154381" y="94030"/>
                  </a:lnTo>
                  <a:lnTo>
                    <a:pt x="151955" y="96469"/>
                  </a:lnTo>
                  <a:lnTo>
                    <a:pt x="142227" y="100520"/>
                  </a:lnTo>
                  <a:lnTo>
                    <a:pt x="135343" y="101320"/>
                  </a:lnTo>
                  <a:lnTo>
                    <a:pt x="115481" y="101320"/>
                  </a:lnTo>
                  <a:lnTo>
                    <a:pt x="106972" y="100114"/>
                  </a:lnTo>
                  <a:lnTo>
                    <a:pt x="101701" y="98082"/>
                  </a:lnTo>
                  <a:lnTo>
                    <a:pt x="96431" y="95656"/>
                  </a:lnTo>
                  <a:lnTo>
                    <a:pt x="93599" y="91998"/>
                  </a:lnTo>
                  <a:lnTo>
                    <a:pt x="93599" y="85521"/>
                  </a:lnTo>
                  <a:lnTo>
                    <a:pt x="94005" y="83896"/>
                  </a:lnTo>
                  <a:lnTo>
                    <a:pt x="94005" y="83489"/>
                  </a:lnTo>
                  <a:lnTo>
                    <a:pt x="40513" y="83489"/>
                  </a:lnTo>
                  <a:lnTo>
                    <a:pt x="40513" y="85521"/>
                  </a:lnTo>
                  <a:lnTo>
                    <a:pt x="41719" y="95402"/>
                  </a:lnTo>
                  <a:lnTo>
                    <a:pt x="45262" y="103657"/>
                  </a:lnTo>
                  <a:lnTo>
                    <a:pt x="45326" y="103809"/>
                  </a:lnTo>
                  <a:lnTo>
                    <a:pt x="84785" y="123621"/>
                  </a:lnTo>
                  <a:lnTo>
                    <a:pt x="121564" y="126060"/>
                  </a:lnTo>
                  <a:lnTo>
                    <a:pt x="140144" y="125450"/>
                  </a:lnTo>
                  <a:lnTo>
                    <a:pt x="141516" y="125450"/>
                  </a:lnTo>
                  <a:lnTo>
                    <a:pt x="188010" y="115925"/>
                  </a:lnTo>
                  <a:lnTo>
                    <a:pt x="211112" y="87134"/>
                  </a:lnTo>
                  <a:lnTo>
                    <a:pt x="211112" y="81864"/>
                  </a:lnTo>
                  <a:close/>
                </a:path>
                <a:path w="850265" h="616585">
                  <a:moveTo>
                    <a:pt x="382117" y="97269"/>
                  </a:moveTo>
                  <a:lnTo>
                    <a:pt x="288099" y="97269"/>
                  </a:lnTo>
                  <a:lnTo>
                    <a:pt x="288099" y="73748"/>
                  </a:lnTo>
                  <a:lnTo>
                    <a:pt x="371576" y="73748"/>
                  </a:lnTo>
                  <a:lnTo>
                    <a:pt x="371576" y="47815"/>
                  </a:lnTo>
                  <a:lnTo>
                    <a:pt x="288099" y="47815"/>
                  </a:lnTo>
                  <a:lnTo>
                    <a:pt x="288099" y="28371"/>
                  </a:lnTo>
                  <a:lnTo>
                    <a:pt x="378472" y="28371"/>
                  </a:lnTo>
                  <a:lnTo>
                    <a:pt x="378472" y="2006"/>
                  </a:lnTo>
                  <a:lnTo>
                    <a:pt x="233400" y="2006"/>
                  </a:lnTo>
                  <a:lnTo>
                    <a:pt x="233400" y="124028"/>
                  </a:lnTo>
                  <a:lnTo>
                    <a:pt x="382117" y="124028"/>
                  </a:lnTo>
                  <a:lnTo>
                    <a:pt x="382117" y="97269"/>
                  </a:lnTo>
                  <a:close/>
                </a:path>
                <a:path w="850265" h="616585">
                  <a:moveTo>
                    <a:pt x="390220" y="154838"/>
                  </a:moveTo>
                  <a:lnTo>
                    <a:pt x="0" y="154838"/>
                  </a:lnTo>
                  <a:lnTo>
                    <a:pt x="0" y="218897"/>
                  </a:lnTo>
                  <a:lnTo>
                    <a:pt x="242316" y="218897"/>
                  </a:lnTo>
                  <a:lnTo>
                    <a:pt x="253136" y="221894"/>
                  </a:lnTo>
                  <a:lnTo>
                    <a:pt x="260540" y="229527"/>
                  </a:lnTo>
                  <a:lnTo>
                    <a:pt x="263398" y="239750"/>
                  </a:lnTo>
                  <a:lnTo>
                    <a:pt x="260540" y="250507"/>
                  </a:lnTo>
                  <a:lnTo>
                    <a:pt x="112242" y="507936"/>
                  </a:lnTo>
                  <a:lnTo>
                    <a:pt x="160858" y="553745"/>
                  </a:lnTo>
                  <a:lnTo>
                    <a:pt x="390220" y="154838"/>
                  </a:lnTo>
                  <a:close/>
                </a:path>
                <a:path w="850265" h="616585">
                  <a:moveTo>
                    <a:pt x="599694" y="2006"/>
                  </a:moveTo>
                  <a:lnTo>
                    <a:pt x="547420" y="2006"/>
                  </a:lnTo>
                  <a:lnTo>
                    <a:pt x="547420" y="83896"/>
                  </a:lnTo>
                  <a:lnTo>
                    <a:pt x="509447" y="41719"/>
                  </a:lnTo>
                  <a:lnTo>
                    <a:pt x="473697" y="2006"/>
                  </a:lnTo>
                  <a:lnTo>
                    <a:pt x="404812" y="2006"/>
                  </a:lnTo>
                  <a:lnTo>
                    <a:pt x="404812" y="124028"/>
                  </a:lnTo>
                  <a:lnTo>
                    <a:pt x="457073" y="124028"/>
                  </a:lnTo>
                  <a:lnTo>
                    <a:pt x="457073" y="41719"/>
                  </a:lnTo>
                  <a:lnTo>
                    <a:pt x="528396" y="124028"/>
                  </a:lnTo>
                  <a:lnTo>
                    <a:pt x="599694" y="124028"/>
                  </a:lnTo>
                  <a:lnTo>
                    <a:pt x="599694" y="83896"/>
                  </a:lnTo>
                  <a:lnTo>
                    <a:pt x="599694" y="2006"/>
                  </a:lnTo>
                  <a:close/>
                </a:path>
                <a:path w="850265" h="616585">
                  <a:moveTo>
                    <a:pt x="644690" y="585762"/>
                  </a:moveTo>
                  <a:lnTo>
                    <a:pt x="513054" y="367969"/>
                  </a:lnTo>
                  <a:lnTo>
                    <a:pt x="424662" y="221729"/>
                  </a:lnTo>
                  <a:lnTo>
                    <a:pt x="424662" y="222135"/>
                  </a:lnTo>
                  <a:lnTo>
                    <a:pt x="424256" y="222948"/>
                  </a:lnTo>
                  <a:lnTo>
                    <a:pt x="209892" y="587794"/>
                  </a:lnTo>
                  <a:lnTo>
                    <a:pt x="267030" y="616165"/>
                  </a:lnTo>
                  <a:lnTo>
                    <a:pt x="407644" y="378612"/>
                  </a:lnTo>
                  <a:lnTo>
                    <a:pt x="415848" y="370636"/>
                  </a:lnTo>
                  <a:lnTo>
                    <a:pt x="426224" y="367969"/>
                  </a:lnTo>
                  <a:lnTo>
                    <a:pt x="436524" y="370636"/>
                  </a:lnTo>
                  <a:lnTo>
                    <a:pt x="444512" y="378612"/>
                  </a:lnTo>
                  <a:lnTo>
                    <a:pt x="586359" y="616165"/>
                  </a:lnTo>
                  <a:lnTo>
                    <a:pt x="644690" y="585762"/>
                  </a:lnTo>
                  <a:close/>
                </a:path>
                <a:path w="850265" h="616585">
                  <a:moveTo>
                    <a:pt x="828268" y="124028"/>
                  </a:moveTo>
                  <a:lnTo>
                    <a:pt x="813523" y="101727"/>
                  </a:lnTo>
                  <a:lnTo>
                    <a:pt x="796112" y="75374"/>
                  </a:lnTo>
                  <a:lnTo>
                    <a:pt x="766660" y="30797"/>
                  </a:lnTo>
                  <a:lnTo>
                    <a:pt x="747623" y="2006"/>
                  </a:lnTo>
                  <a:lnTo>
                    <a:pt x="740714" y="2006"/>
                  </a:lnTo>
                  <a:lnTo>
                    <a:pt x="740714" y="75374"/>
                  </a:lnTo>
                  <a:lnTo>
                    <a:pt x="686816" y="75374"/>
                  </a:lnTo>
                  <a:lnTo>
                    <a:pt x="714413" y="30797"/>
                  </a:lnTo>
                  <a:lnTo>
                    <a:pt x="740714" y="75374"/>
                  </a:lnTo>
                  <a:lnTo>
                    <a:pt x="740714" y="2006"/>
                  </a:lnTo>
                  <a:lnTo>
                    <a:pt x="687247" y="2006"/>
                  </a:lnTo>
                  <a:lnTo>
                    <a:pt x="602945" y="124028"/>
                  </a:lnTo>
                  <a:lnTo>
                    <a:pt x="657656" y="124028"/>
                  </a:lnTo>
                  <a:lnTo>
                    <a:pt x="670610" y="101727"/>
                  </a:lnTo>
                  <a:lnTo>
                    <a:pt x="755294" y="101727"/>
                  </a:lnTo>
                  <a:lnTo>
                    <a:pt x="767448" y="124028"/>
                  </a:lnTo>
                  <a:lnTo>
                    <a:pt x="828268" y="124028"/>
                  </a:lnTo>
                  <a:close/>
                </a:path>
                <a:path w="850265" h="616585">
                  <a:moveTo>
                    <a:pt x="849757" y="154838"/>
                  </a:moveTo>
                  <a:lnTo>
                    <a:pt x="459511" y="154838"/>
                  </a:lnTo>
                  <a:lnTo>
                    <a:pt x="688441" y="553745"/>
                  </a:lnTo>
                  <a:lnTo>
                    <a:pt x="737095" y="507936"/>
                  </a:lnTo>
                  <a:lnTo>
                    <a:pt x="589165" y="250507"/>
                  </a:lnTo>
                  <a:lnTo>
                    <a:pt x="586320" y="239750"/>
                  </a:lnTo>
                  <a:lnTo>
                    <a:pt x="589178" y="229527"/>
                  </a:lnTo>
                  <a:lnTo>
                    <a:pt x="596595" y="221894"/>
                  </a:lnTo>
                  <a:lnTo>
                    <a:pt x="607428" y="218897"/>
                  </a:lnTo>
                  <a:lnTo>
                    <a:pt x="849757" y="218897"/>
                  </a:lnTo>
                  <a:lnTo>
                    <a:pt x="849757" y="154838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109" y="924374"/>
              <a:ext cx="3524250" cy="352425"/>
            </a:xfrm>
            <a:custGeom>
              <a:avLst/>
              <a:gdLst/>
              <a:ahLst/>
              <a:cxnLst/>
              <a:rect l="l" t="t" r="r" b="b"/>
              <a:pathLst>
                <a:path w="3524250" h="352425">
                  <a:moveTo>
                    <a:pt x="352425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3524250" y="352425"/>
                  </a:lnTo>
                  <a:lnTo>
                    <a:pt x="35242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60595" y="819908"/>
            <a:ext cx="31794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38AA00"/>
                </a:solidFill>
              </a:rPr>
              <a:t>Objetivo</a:t>
            </a:r>
            <a:r>
              <a:rPr spc="-80" dirty="0">
                <a:solidFill>
                  <a:srgbClr val="38AA00"/>
                </a:solidFill>
              </a:rPr>
              <a:t> </a:t>
            </a:r>
            <a:r>
              <a:rPr spc="-10" dirty="0">
                <a:solidFill>
                  <a:srgbClr val="38AA00"/>
                </a:solidFill>
              </a:rPr>
              <a:t>General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4870" y="1471934"/>
            <a:ext cx="4451350" cy="11303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web </a:t>
            </a:r>
            <a:r>
              <a:rPr sz="1800" dirty="0">
                <a:latin typeface="Calibri"/>
                <a:cs typeface="Calibri"/>
              </a:rPr>
              <a:t>deonominado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apoyar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los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internos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inventario,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domicilios.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servicio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Ayuelal.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012" y="2966134"/>
            <a:ext cx="4162425" cy="342900"/>
          </a:xfrm>
          <a:custGeom>
            <a:avLst/>
            <a:gdLst/>
            <a:ahLst/>
            <a:cxnLst/>
            <a:rect l="l" t="t" r="r" b="b"/>
            <a:pathLst>
              <a:path w="4162425" h="342900">
                <a:moveTo>
                  <a:pt x="4162425" y="0"/>
                </a:moveTo>
                <a:lnTo>
                  <a:pt x="0" y="0"/>
                </a:lnTo>
                <a:lnTo>
                  <a:pt x="0" y="342900"/>
                </a:lnTo>
                <a:lnTo>
                  <a:pt x="4162425" y="342900"/>
                </a:lnTo>
                <a:lnTo>
                  <a:pt x="416242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5274" y="2854406"/>
            <a:ext cx="385000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38AA00"/>
                </a:solidFill>
                <a:latin typeface="Trebuchet MS"/>
                <a:cs typeface="Trebuchet MS"/>
              </a:rPr>
              <a:t>Objetivo</a:t>
            </a:r>
            <a:r>
              <a:rPr sz="3200" spc="-125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38AA00"/>
                </a:solidFill>
                <a:latin typeface="Trebuchet MS"/>
                <a:cs typeface="Trebuchet MS"/>
              </a:rPr>
              <a:t>Específicos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274" y="3362349"/>
            <a:ext cx="11204893" cy="344233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Calibri"/>
                <a:cs typeface="Calibri"/>
              </a:rPr>
              <a:t>Desarrollar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módulo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usuarios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servicio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Ayuelal,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permitiendo</a:t>
            </a:r>
            <a:r>
              <a:rPr sz="1550" spc="1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controlar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acceso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y </a:t>
            </a:r>
            <a:r>
              <a:rPr sz="1550" dirty="0">
                <a:latin typeface="Calibri"/>
                <a:cs typeface="Calibri"/>
              </a:rPr>
              <a:t>uso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información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una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mejor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administración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del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negocio.</a:t>
            </a:r>
            <a:endParaRPr sz="1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50" dirty="0">
              <a:latin typeface="Calibri"/>
              <a:cs typeface="Calibri"/>
            </a:endParaRPr>
          </a:p>
          <a:p>
            <a:pPr marL="12700" marR="817880">
              <a:lnSpc>
                <a:spcPct val="101000"/>
              </a:lnSpc>
            </a:pPr>
            <a:r>
              <a:rPr sz="1550" dirty="0">
                <a:latin typeface="Calibri"/>
                <a:cs typeface="Calibri"/>
              </a:rPr>
              <a:t>Desarrollar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módulo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inventario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servicio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Ayuelal,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fin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controlar </a:t>
            </a:r>
            <a:r>
              <a:rPr sz="1550" dirty="0">
                <a:latin typeface="Calibri"/>
                <a:cs typeface="Calibri"/>
              </a:rPr>
              <a:t>productos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cantidades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disponibles,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mejorando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organización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evitando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pérdidas.</a:t>
            </a:r>
            <a:endParaRPr sz="1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 dirty="0">
              <a:latin typeface="Calibri"/>
              <a:cs typeface="Calibri"/>
            </a:endParaRPr>
          </a:p>
          <a:p>
            <a:pPr marL="12700" marR="260985">
              <a:lnSpc>
                <a:spcPct val="101000"/>
              </a:lnSpc>
            </a:pPr>
            <a:r>
              <a:rPr sz="1550" dirty="0">
                <a:latin typeface="Calibri"/>
                <a:cs typeface="Calibri"/>
              </a:rPr>
              <a:t>Desarrollar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módulo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ventas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servicio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Ayuelal,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permitiendo</a:t>
            </a:r>
            <a:r>
              <a:rPr sz="1550" spc="2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registrar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las </a:t>
            </a:r>
            <a:r>
              <a:rPr sz="1550" dirty="0">
                <a:latin typeface="Calibri"/>
                <a:cs typeface="Calibri"/>
              </a:rPr>
              <a:t>transacciones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forma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automática,</a:t>
            </a:r>
            <a:r>
              <a:rPr sz="1550" spc="1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reduciendo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errores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</a:t>
            </a:r>
            <a:r>
              <a:rPr sz="1550" spc="1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mejorando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eficiencia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del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proceso.</a:t>
            </a:r>
            <a:endParaRPr sz="1550" dirty="0">
              <a:latin typeface="Calibri"/>
              <a:cs typeface="Calibri"/>
            </a:endParaRPr>
          </a:p>
          <a:p>
            <a:pPr marL="12700" marR="390525">
              <a:lnSpc>
                <a:spcPct val="105000"/>
              </a:lnSpc>
              <a:spcBef>
                <a:spcPts val="1875"/>
              </a:spcBef>
            </a:pPr>
            <a:r>
              <a:rPr sz="1550" dirty="0">
                <a:latin typeface="Calibri"/>
                <a:cs typeface="Calibri"/>
              </a:rPr>
              <a:t>Desarrollar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módulo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caja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servicio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Ayuelal,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permitiendo</a:t>
            </a:r>
            <a:r>
              <a:rPr sz="1550" spc="19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controlar</a:t>
            </a:r>
            <a:r>
              <a:rPr sz="1550" spc="1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dinero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y </a:t>
            </a:r>
            <a:r>
              <a:rPr sz="1550" dirty="0">
                <a:latin typeface="Calibri"/>
                <a:cs typeface="Calibri"/>
              </a:rPr>
              <a:t>analizar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información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apoyar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la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toma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decisiones.</a:t>
            </a:r>
            <a:endParaRPr sz="1550" dirty="0">
              <a:latin typeface="Calibri"/>
              <a:cs typeface="Calibri"/>
            </a:endParaRPr>
          </a:p>
          <a:p>
            <a:pPr marL="12700" marR="714375">
              <a:lnSpc>
                <a:spcPct val="105000"/>
              </a:lnSpc>
              <a:spcBef>
                <a:spcPts val="1875"/>
              </a:spcBef>
            </a:pPr>
            <a:r>
              <a:rPr sz="1550" dirty="0">
                <a:latin typeface="Calibri"/>
                <a:cs typeface="Calibri"/>
              </a:rPr>
              <a:t>Desarrollar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15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módulo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domicilios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para</a:t>
            </a:r>
            <a:r>
              <a:rPr sz="1550" spc="1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el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auto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servicio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Ayuelal,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permitiendo</a:t>
            </a:r>
            <a:r>
              <a:rPr sz="1550" spc="229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registrar</a:t>
            </a:r>
            <a:r>
              <a:rPr sz="1550" spc="105" dirty="0">
                <a:latin typeface="Calibri"/>
                <a:cs typeface="Calibri"/>
              </a:rPr>
              <a:t> </a:t>
            </a:r>
            <a:r>
              <a:rPr sz="1550" spc="-50" dirty="0">
                <a:latin typeface="Calibri"/>
                <a:cs typeface="Calibri"/>
              </a:rPr>
              <a:t>y </a:t>
            </a:r>
            <a:r>
              <a:rPr sz="1550" dirty="0">
                <a:latin typeface="Calibri"/>
                <a:cs typeface="Calibri"/>
              </a:rPr>
              <a:t>controlar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pedidos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realizados</a:t>
            </a:r>
            <a:r>
              <a:rPr sz="1550" spc="20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y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generar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los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reportes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correspondientes.</a:t>
            </a:r>
            <a:endParaRPr sz="1550" dirty="0">
              <a:latin typeface="Calibri"/>
              <a:cs typeface="Calibri"/>
            </a:endParaRPr>
          </a:p>
        </p:txBody>
      </p:sp>
      <p:pic>
        <p:nvPicPr>
          <p:cNvPr id="14" name="object 11">
            <a:extLst>
              <a:ext uri="{FF2B5EF4-FFF2-40B4-BE49-F238E27FC236}">
                <a16:creationId xmlns:a16="http://schemas.microsoft.com/office/drawing/2014/main" id="{A6D21FE0-BA1F-AEB1-FE1E-16F8EDAC7EF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9854" y="1035481"/>
            <a:ext cx="2792618" cy="160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83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30"/>
              </a:spcBef>
            </a:pPr>
            <a:r>
              <a:rPr sz="4400" spc="204" dirty="0"/>
              <a:t>Justificación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1151" y="509651"/>
            <a:ext cx="1076325" cy="54292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61925" marR="150495" indent="151765">
              <a:lnSpc>
                <a:spcPct val="105000"/>
              </a:lnSpc>
              <a:spcBef>
                <a:spcPts val="60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4951" y="514667"/>
            <a:ext cx="85788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189230">
              <a:lnSpc>
                <a:spcPct val="105000"/>
              </a:lnSpc>
              <a:spcBef>
                <a:spcPts val="35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992" y="2171128"/>
            <a:ext cx="11244580" cy="38677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7465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propone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desarrollo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inventario,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 domicilios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empresa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Ayuelal.</a:t>
            </a:r>
            <a:r>
              <a:rPr sz="1800" spc="-10" dirty="0">
                <a:latin typeface="Calibri"/>
                <a:cs typeface="Calibri"/>
              </a:rPr>
              <a:t> Actualmente,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desorganización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pérdidas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negocio.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105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automatizar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organizar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dinero.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alibri"/>
                <a:cs typeface="Calibri"/>
              </a:rPr>
              <a:t>Además,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facilitará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generación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apoyen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decisiones.</a:t>
            </a:r>
            <a:endParaRPr sz="1800" dirty="0">
              <a:latin typeface="Calibri"/>
              <a:cs typeface="Calibri"/>
            </a:endParaRPr>
          </a:p>
          <a:p>
            <a:pPr marL="12700" marR="417830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proyecto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contribuirá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modernización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optimizando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fortaleciendo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su </a:t>
            </a:r>
            <a:r>
              <a:rPr sz="1800" spc="-10" dirty="0">
                <a:latin typeface="Calibri"/>
                <a:cs typeface="Calibri"/>
              </a:rPr>
              <a:t>funcionamiento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dentro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sector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comercial.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179705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importante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porque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eficiente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inventario, ventas,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empresa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Ayuelal. </a:t>
            </a:r>
            <a:r>
              <a:rPr sz="1800" spc="-10" dirty="0">
                <a:latin typeface="Calibri"/>
                <a:cs typeface="Calibri"/>
              </a:rPr>
              <a:t>Esto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ayudará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mejorar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reducir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registros.</a:t>
            </a:r>
            <a:endParaRPr sz="1800" dirty="0">
              <a:latin typeface="Calibri"/>
              <a:cs typeface="Calibri"/>
            </a:endParaRPr>
          </a:p>
          <a:p>
            <a:pPr marL="12700" marR="250825">
              <a:lnSpc>
                <a:spcPts val="2100"/>
              </a:lnSpc>
              <a:spcBef>
                <a:spcPts val="140"/>
              </a:spcBef>
            </a:pPr>
            <a:r>
              <a:rPr sz="1800" dirty="0">
                <a:latin typeface="Calibri"/>
                <a:cs typeface="Calibri"/>
              </a:rPr>
              <a:t>Además,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facilitará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permitiendo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organización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productos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dinero.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podrán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realizar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actividades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rápida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segura.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2650" y="485775"/>
            <a:ext cx="1304925" cy="590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6325" y="457200"/>
            <a:ext cx="107632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83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30"/>
              </a:spcBef>
            </a:pPr>
            <a:r>
              <a:rPr sz="4400" spc="215" dirty="0"/>
              <a:t>Alcance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1151" y="514413"/>
            <a:ext cx="1076325" cy="53848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61925" marR="150495" indent="151765">
              <a:lnSpc>
                <a:spcPct val="105000"/>
              </a:lnSpc>
              <a:spcBef>
                <a:spcPts val="20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7476" y="514413"/>
            <a:ext cx="1085850" cy="53848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30175" marR="115570" indent="189230">
              <a:lnSpc>
                <a:spcPct val="105000"/>
              </a:lnSpc>
              <a:spcBef>
                <a:spcPts val="35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042" y="1726628"/>
            <a:ext cx="10953115" cy="14065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28295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gestionar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inventario,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ventas,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empresa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Ayuelal. Incluirá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productos,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existencias,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egresos,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generación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reportes.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facilitará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mejorando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eficiencia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las </a:t>
            </a:r>
            <a:r>
              <a:rPr sz="1800" dirty="0">
                <a:latin typeface="Calibri"/>
                <a:cs typeface="Calibri"/>
              </a:rPr>
              <a:t>operaciones.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podrán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realizar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actividades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rápida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segura.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587" y="3666306"/>
            <a:ext cx="11230610" cy="2527102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rebuchet MS"/>
                <a:cs typeface="Trebuchet MS"/>
              </a:rPr>
              <a:t>Que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no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hace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el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sistema:</a:t>
            </a:r>
            <a:r>
              <a:rPr sz="1800" spc="5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El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sistema </a:t>
            </a:r>
            <a:r>
              <a:rPr sz="1800" spc="70" dirty="0">
                <a:latin typeface="Trebuchet MS"/>
                <a:cs typeface="Trebuchet MS"/>
              </a:rPr>
              <a:t>no</a:t>
            </a:r>
            <a:r>
              <a:rPr sz="1800" spc="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reemplazara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toma</a:t>
            </a:r>
            <a:r>
              <a:rPr sz="1800" spc="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decisiones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del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usuario</a:t>
            </a:r>
            <a:r>
              <a:rPr sz="1800" spc="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ni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funcionar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de </a:t>
            </a:r>
            <a:r>
              <a:rPr sz="1800" dirty="0">
                <a:latin typeface="Trebuchet MS"/>
                <a:cs typeface="Trebuchet MS"/>
              </a:rPr>
              <a:t>manera</a:t>
            </a:r>
            <a:r>
              <a:rPr sz="1800" spc="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autónoma.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Su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objetivo</a:t>
            </a:r>
            <a:r>
              <a:rPr sz="1800" spc="75" dirty="0">
                <a:latin typeface="Trebuchet MS"/>
                <a:cs typeface="Trebuchet MS"/>
              </a:rPr>
              <a:t> </a:t>
            </a:r>
            <a:r>
              <a:rPr sz="1800" spc="80" dirty="0">
                <a:latin typeface="Trebuchet MS"/>
                <a:cs typeface="Trebuchet MS"/>
              </a:rPr>
              <a:t>es</a:t>
            </a:r>
            <a:r>
              <a:rPr sz="1800" spc="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apoyar</a:t>
            </a:r>
            <a:r>
              <a:rPr sz="1800" spc="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gestión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del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negocio,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no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sustituir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completamente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la </a:t>
            </a:r>
            <a:r>
              <a:rPr sz="1800" spc="-10" dirty="0" err="1">
                <a:latin typeface="Trebuchet MS"/>
                <a:cs typeface="Trebuchet MS"/>
              </a:rPr>
              <a:t>administración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lang="es-MX" sz="1800" spc="-10" dirty="0">
              <a:latin typeface="Trebuchet MS"/>
              <a:cs typeface="Trebuchet MS"/>
            </a:endParaRPr>
          </a:p>
          <a:p>
            <a:pPr marL="12700" marR="5080">
              <a:lnSpc>
                <a:spcPct val="100899"/>
              </a:lnSpc>
              <a:spcBef>
                <a:spcPts val="80"/>
              </a:spcBef>
            </a:pP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 marR="114935">
              <a:lnSpc>
                <a:spcPct val="99600"/>
              </a:lnSpc>
            </a:pPr>
            <a:r>
              <a:rPr sz="1800" dirty="0">
                <a:latin typeface="Trebuchet MS"/>
                <a:cs typeface="Trebuchet MS"/>
              </a:rPr>
              <a:t>Tecnología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usar: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dirty="0">
                <a:latin typeface="Calibri"/>
                <a:cs typeface="Calibri"/>
              </a:rPr>
              <a:t> 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desarrollará</a:t>
            </a:r>
            <a:r>
              <a:rPr sz="1800" dirty="0">
                <a:latin typeface="Calibri"/>
                <a:cs typeface="Calibri"/>
              </a:rPr>
              <a:t> bajo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arquitectura</a:t>
            </a:r>
            <a:r>
              <a:rPr sz="1800" dirty="0">
                <a:latin typeface="Calibri"/>
                <a:cs typeface="Calibri"/>
              </a:rPr>
              <a:t> web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cliente-</a:t>
            </a:r>
            <a:r>
              <a:rPr sz="1800" spc="-20" dirty="0">
                <a:latin typeface="Calibri"/>
                <a:cs typeface="Calibri"/>
              </a:rPr>
              <a:t>servidor,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utilizará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Back-End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para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lógica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datos,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Front-End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interacción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implementará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base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almacenar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usarán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frameworks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facilitar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desarrollo,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También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integrarán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librerías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funciones.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96325" y="457200"/>
            <a:ext cx="2381250" cy="647700"/>
            <a:chOff x="8696325" y="457200"/>
            <a:chExt cx="2381250" cy="6477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325" y="457200"/>
              <a:ext cx="1076325" cy="647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2650" y="485775"/>
              <a:ext cx="1304925" cy="590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683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30"/>
              </a:spcBef>
            </a:pPr>
            <a:r>
              <a:rPr sz="4400" spc="175" dirty="0"/>
              <a:t>Delimitación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1151" y="514413"/>
            <a:ext cx="1076325" cy="53848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161925" marR="150495" indent="151765">
              <a:lnSpc>
                <a:spcPct val="105000"/>
              </a:lnSpc>
              <a:spcBef>
                <a:spcPts val="20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7476" y="514413"/>
            <a:ext cx="1085850" cy="53848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30175" marR="115570" indent="189230">
              <a:lnSpc>
                <a:spcPct val="105000"/>
              </a:lnSpc>
              <a:spcBef>
                <a:spcPts val="35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71779" y="2163381"/>
            <a:ext cx="11043285" cy="283795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lang="es-MX" dirty="0"/>
              <a:t>El proyecto se desarrollará a lo largo de los trimestres académicos, iniciando con la definición del problema, objetivos y recolección de información. En esta etapa se elaboran los diagramas y requerimientos del sistema. Posteriormente, se continuará con el diseño del sistema, creación de prototipos y desarrollo de la base de datos. En las siguientes fases se realizará la codificación del sistema, implementación de funcionalidades y pruebas. Finalmente, se llevarán a cabo las pruebas finales, documentación del sistema y entrega del producto. Cada etapa contará con responsables definidos y evidencias que permitan verificar el avance del proyecto</a:t>
            </a:r>
            <a:endParaRPr lang="es-MX" spc="-10" dirty="0"/>
          </a:p>
          <a:p>
            <a:pPr marL="12700" marR="5080">
              <a:lnSpc>
                <a:spcPct val="100800"/>
              </a:lnSpc>
              <a:spcBef>
                <a:spcPts val="85"/>
              </a:spcBef>
            </a:pPr>
            <a:endParaRPr lang="es-MX" spc="-10" dirty="0"/>
          </a:p>
          <a:p>
            <a:pPr marL="12700" marR="5080">
              <a:lnSpc>
                <a:spcPct val="100800"/>
              </a:lnSpc>
              <a:spcBef>
                <a:spcPts val="85"/>
              </a:spcBef>
            </a:pPr>
            <a:endParaRPr lang="es-MX" spc="-10" dirty="0"/>
          </a:p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lang="es-MX" spc="-10" dirty="0">
                <a:hlinkClick r:id="rId2" action="ppaction://hlinkfile"/>
              </a:rPr>
              <a:t>https://1drv.ms/x/c/d30505baf003837a/IQDq4IeuWmu9R7hX3K_BiRk1AeHRigyiuwo_sHgr80jPUWc?e=xsTn3O&amp;nav=MTVfezAwMDAwMDAwLTAwMDEtMDAwMC0wMDAwLTAwMDAwMDAwMDAwMH0</a:t>
            </a:r>
            <a:endParaRPr lang="es-MX" spc="-10" dirty="0"/>
          </a:p>
        </p:txBody>
      </p:sp>
      <p:grpSp>
        <p:nvGrpSpPr>
          <p:cNvPr id="7" name="object 7"/>
          <p:cNvGrpSpPr/>
          <p:nvPr/>
        </p:nvGrpSpPr>
        <p:grpSpPr>
          <a:xfrm>
            <a:off x="8696325" y="457200"/>
            <a:ext cx="2381250" cy="647700"/>
            <a:chOff x="8696325" y="457200"/>
            <a:chExt cx="2381250" cy="6477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6325" y="457200"/>
              <a:ext cx="1076325" cy="647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2650" y="485775"/>
              <a:ext cx="1304925" cy="590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5120" marR="5080">
              <a:lnSpc>
                <a:spcPts val="3529"/>
              </a:lnSpc>
              <a:spcBef>
                <a:spcPts val="505"/>
              </a:spcBef>
            </a:pPr>
            <a:r>
              <a:rPr spc="155" dirty="0"/>
              <a:t>Entregables</a:t>
            </a:r>
            <a:r>
              <a:rPr spc="130" dirty="0"/>
              <a:t> </a:t>
            </a:r>
            <a:r>
              <a:rPr spc="140" dirty="0"/>
              <a:t>Proyecto</a:t>
            </a:r>
            <a:r>
              <a:rPr spc="125" dirty="0"/>
              <a:t> </a:t>
            </a:r>
            <a:r>
              <a:rPr spc="140" dirty="0"/>
              <a:t>Formativo </a:t>
            </a:r>
            <a:r>
              <a:rPr spc="180" dirty="0"/>
              <a:t>por</a:t>
            </a:r>
            <a:r>
              <a:rPr spc="15" dirty="0"/>
              <a:t> </a:t>
            </a:r>
            <a:r>
              <a:rPr spc="120" dirty="0"/>
              <a:t>Trimestre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1151" y="509651"/>
            <a:ext cx="1076325" cy="54292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61925" marR="150495" indent="151765">
              <a:lnSpc>
                <a:spcPct val="105000"/>
              </a:lnSpc>
              <a:spcBef>
                <a:spcPts val="60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6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4951" y="514667"/>
            <a:ext cx="857885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189230">
              <a:lnSpc>
                <a:spcPct val="105000"/>
              </a:lnSpc>
              <a:spcBef>
                <a:spcPts val="35"/>
              </a:spcBef>
            </a:pP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4277" y="1876107"/>
            <a:ext cx="2854960" cy="11056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2880" indent="-170180">
              <a:lnSpc>
                <a:spcPts val="1664"/>
              </a:lnSpc>
              <a:spcBef>
                <a:spcPts val="125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latin typeface="Trebuchet MS"/>
                <a:cs typeface="Trebuchet MS"/>
              </a:rPr>
              <a:t>Plan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spc="70" dirty="0">
                <a:latin typeface="Trebuchet MS"/>
                <a:cs typeface="Trebuchet MS"/>
              </a:rPr>
              <a:t>de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Proyecto</a:t>
            </a:r>
            <a:endParaRPr sz="1400" dirty="0">
              <a:latin typeface="Trebuchet MS"/>
              <a:cs typeface="Trebuchet MS"/>
            </a:endParaRPr>
          </a:p>
          <a:p>
            <a:pPr marL="182880" indent="-170180">
              <a:lnSpc>
                <a:spcPts val="1664"/>
              </a:lnSpc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latin typeface="Trebuchet MS"/>
                <a:cs typeface="Trebuchet MS"/>
              </a:rPr>
              <a:t>Levantamiento</a:t>
            </a:r>
            <a:r>
              <a:rPr sz="1400" spc="2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21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Información</a:t>
            </a:r>
            <a:endParaRPr sz="1400" dirty="0">
              <a:latin typeface="Trebuchet MS"/>
              <a:cs typeface="Trebuchet MS"/>
            </a:endParaRPr>
          </a:p>
          <a:p>
            <a:pPr marL="182880" indent="-170180">
              <a:lnSpc>
                <a:spcPts val="1664"/>
              </a:lnSpc>
              <a:spcBef>
                <a:spcPts val="50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latin typeface="Trebuchet MS"/>
                <a:cs typeface="Trebuchet MS"/>
              </a:rPr>
              <a:t>Diagrama</a:t>
            </a:r>
            <a:r>
              <a:rPr sz="1400" spc="20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7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Procesos</a:t>
            </a:r>
            <a:endParaRPr sz="1400" dirty="0">
              <a:latin typeface="Trebuchet MS"/>
              <a:cs typeface="Trebuchet MS"/>
            </a:endParaRPr>
          </a:p>
          <a:p>
            <a:pPr marL="182880" indent="-170180">
              <a:lnSpc>
                <a:spcPts val="1655"/>
              </a:lnSpc>
              <a:buFont typeface="Arial MT"/>
              <a:buChar char="•"/>
              <a:tabLst>
                <a:tab pos="182880" algn="l"/>
              </a:tabLst>
            </a:pPr>
            <a:r>
              <a:rPr sz="1400" spc="80" dirty="0">
                <a:latin typeface="Trebuchet MS"/>
                <a:cs typeface="Trebuchet MS"/>
              </a:rPr>
              <a:t>IEEE-</a:t>
            </a:r>
            <a:r>
              <a:rPr sz="1400" spc="70" dirty="0">
                <a:latin typeface="Trebuchet MS"/>
                <a:cs typeface="Trebuchet MS"/>
              </a:rPr>
              <a:t>830</a:t>
            </a:r>
            <a:r>
              <a:rPr sz="1400" spc="145" dirty="0">
                <a:latin typeface="Trebuchet MS"/>
                <a:cs typeface="Trebuchet MS"/>
              </a:rPr>
              <a:t> </a:t>
            </a:r>
            <a:r>
              <a:rPr sz="1400" spc="80" dirty="0">
                <a:latin typeface="Trebuchet MS"/>
                <a:cs typeface="Trebuchet MS"/>
              </a:rPr>
              <a:t>o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Historias</a:t>
            </a:r>
            <a:r>
              <a:rPr sz="1400" spc="60" dirty="0">
                <a:latin typeface="Trebuchet MS"/>
                <a:cs typeface="Trebuchet MS"/>
              </a:rPr>
              <a:t> </a:t>
            </a:r>
            <a:r>
              <a:rPr sz="1400" spc="70" dirty="0">
                <a:latin typeface="Trebuchet MS"/>
                <a:cs typeface="Trebuchet MS"/>
              </a:rPr>
              <a:t>de</a:t>
            </a:r>
            <a:r>
              <a:rPr sz="1400" spc="5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Usuario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tabLst>
                <a:tab pos="182880" algn="l"/>
              </a:tabLst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28725" y="1800225"/>
            <a:ext cx="971550" cy="38100"/>
          </a:xfrm>
          <a:custGeom>
            <a:avLst/>
            <a:gdLst/>
            <a:ahLst/>
            <a:cxnLst/>
            <a:rect l="l" t="t" r="r" b="b"/>
            <a:pathLst>
              <a:path w="971550" h="38100">
                <a:moveTo>
                  <a:pt x="971550" y="0"/>
                </a:moveTo>
                <a:lnTo>
                  <a:pt x="0" y="0"/>
                </a:lnTo>
                <a:lnTo>
                  <a:pt x="0" y="38100"/>
                </a:lnTo>
                <a:lnTo>
                  <a:pt x="971550" y="38100"/>
                </a:lnTo>
                <a:lnTo>
                  <a:pt x="9715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1260" y="1502981"/>
            <a:ext cx="5103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7370" algn="l"/>
              </a:tabLst>
            </a:pPr>
            <a:r>
              <a:rPr sz="2700" baseline="3086" dirty="0">
                <a:solidFill>
                  <a:srgbClr val="38AA00"/>
                </a:solidFill>
                <a:latin typeface="Trebuchet MS"/>
                <a:cs typeface="Trebuchet MS"/>
              </a:rPr>
              <a:t>Primer</a:t>
            </a:r>
            <a:r>
              <a:rPr sz="2700" spc="150" baseline="3086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2700" spc="-15" baseline="3086" dirty="0">
                <a:solidFill>
                  <a:srgbClr val="38AA00"/>
                </a:solidFill>
                <a:latin typeface="Trebuchet MS"/>
                <a:cs typeface="Trebuchet MS"/>
              </a:rPr>
              <a:t>Trimestre</a:t>
            </a:r>
            <a:r>
              <a:rPr sz="2700" baseline="3086" dirty="0">
                <a:solidFill>
                  <a:srgbClr val="38AA00"/>
                </a:solidFill>
                <a:latin typeface="Trebuchet MS"/>
                <a:cs typeface="Trebuchet MS"/>
              </a:rPr>
              <a:t>	</a:t>
            </a:r>
            <a:r>
              <a:rPr sz="1800" spc="75" dirty="0">
                <a:solidFill>
                  <a:srgbClr val="38AA00"/>
                </a:solidFill>
                <a:latin typeface="Trebuchet MS"/>
                <a:cs typeface="Trebuchet MS"/>
              </a:rPr>
              <a:t>Segundo</a:t>
            </a:r>
            <a:r>
              <a:rPr sz="1800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8AA00"/>
                </a:solidFill>
                <a:latin typeface="Trebuchet MS"/>
                <a:cs typeface="Trebuchet MS"/>
              </a:rPr>
              <a:t>Trimestre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2821" y="1895157"/>
            <a:ext cx="3650615" cy="1950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ts val="1664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55" dirty="0">
                <a:latin typeface="Trebuchet MS"/>
                <a:cs typeface="Trebuchet MS"/>
              </a:rPr>
              <a:t>Modelo</a:t>
            </a:r>
            <a:r>
              <a:rPr sz="1400" spc="1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Entidad</a:t>
            </a:r>
            <a:r>
              <a:rPr sz="1400" spc="11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Relación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spc="55" dirty="0">
                <a:latin typeface="Trebuchet MS"/>
                <a:cs typeface="Trebuchet MS"/>
              </a:rPr>
              <a:t>Modelo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Relacional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rebuchet MS"/>
                <a:cs typeface="Trebuchet MS"/>
              </a:rPr>
              <a:t>Diccionario</a:t>
            </a:r>
            <a:r>
              <a:rPr sz="1400" spc="17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2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Datos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55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rebuchet MS"/>
                <a:cs typeface="Trebuchet MS"/>
              </a:rPr>
              <a:t>Script</a:t>
            </a:r>
            <a:r>
              <a:rPr sz="1400" spc="60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de</a:t>
            </a:r>
            <a:r>
              <a:rPr sz="1400" spc="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la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spc="95" dirty="0">
                <a:latin typeface="Trebuchet MS"/>
                <a:cs typeface="Trebuchet MS"/>
              </a:rPr>
              <a:t>BBDD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rebuchet MS"/>
                <a:cs typeface="Trebuchet MS"/>
              </a:rPr>
              <a:t>Sentencias</a:t>
            </a:r>
            <a:r>
              <a:rPr sz="1400" spc="480" dirty="0">
                <a:latin typeface="Trebuchet MS"/>
                <a:cs typeface="Trebuchet MS"/>
              </a:rPr>
              <a:t> </a:t>
            </a:r>
            <a:r>
              <a:rPr sz="1400" spc="80" dirty="0">
                <a:latin typeface="Trebuchet MS"/>
                <a:cs typeface="Trebuchet MS"/>
              </a:rPr>
              <a:t>DDL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45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65" dirty="0">
                <a:latin typeface="Trebuchet MS"/>
                <a:cs typeface="Trebuchet MS"/>
              </a:rPr>
              <a:t>Consultas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85" dirty="0">
                <a:latin typeface="Trebuchet MS"/>
                <a:cs typeface="Trebuchet MS"/>
              </a:rPr>
              <a:t>DML</a:t>
            </a:r>
            <a:endParaRPr sz="1400" dirty="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8450" algn="l"/>
              </a:tabLst>
            </a:pPr>
            <a:r>
              <a:rPr sz="1400" dirty="0">
                <a:latin typeface="Trebuchet MS"/>
                <a:cs typeface="Trebuchet MS"/>
              </a:rPr>
              <a:t>Automatización</a:t>
            </a:r>
            <a:r>
              <a:rPr sz="1400" spc="130" dirty="0">
                <a:latin typeface="Trebuchet MS"/>
                <a:cs typeface="Trebuchet MS"/>
              </a:rPr>
              <a:t> </a:t>
            </a:r>
            <a:r>
              <a:rPr sz="1400" spc="70" dirty="0">
                <a:latin typeface="Trebuchet MS"/>
                <a:cs typeface="Trebuchet MS"/>
              </a:rPr>
              <a:t>de</a:t>
            </a:r>
            <a:r>
              <a:rPr sz="1400" spc="10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la</a:t>
            </a:r>
            <a:r>
              <a:rPr sz="1400" spc="135" dirty="0">
                <a:latin typeface="Trebuchet MS"/>
                <a:cs typeface="Trebuchet MS"/>
              </a:rPr>
              <a:t> </a:t>
            </a:r>
            <a:r>
              <a:rPr sz="1400" spc="95" dirty="0">
                <a:latin typeface="Trebuchet MS"/>
                <a:cs typeface="Trebuchet MS"/>
              </a:rPr>
              <a:t>BBDD</a:t>
            </a:r>
            <a:endParaRPr sz="1400" dirty="0">
              <a:latin typeface="Trebuchet MS"/>
              <a:cs typeface="Trebuchet MS"/>
            </a:endParaRPr>
          </a:p>
          <a:p>
            <a:pPr marL="298450" marR="5080" indent="-286385">
              <a:lnSpc>
                <a:spcPts val="1650"/>
              </a:lnSpc>
              <a:spcBef>
                <a:spcPts val="130"/>
              </a:spcBef>
              <a:buFont typeface="Arial MT"/>
              <a:buChar char="•"/>
              <a:tabLst>
                <a:tab pos="298450" algn="l"/>
              </a:tabLst>
            </a:pPr>
            <a:r>
              <a:rPr sz="1400" spc="60" dirty="0">
                <a:latin typeface="Trebuchet MS"/>
                <a:cs typeface="Trebuchet MS"/>
              </a:rPr>
              <a:t>Sistema</a:t>
            </a:r>
            <a:r>
              <a:rPr sz="1400" spc="10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de</a:t>
            </a:r>
            <a:r>
              <a:rPr sz="1400" spc="8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Información</a:t>
            </a:r>
            <a:r>
              <a:rPr sz="1400" spc="10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Web</a:t>
            </a:r>
            <a:r>
              <a:rPr sz="1400" spc="170" dirty="0">
                <a:latin typeface="Trebuchet MS"/>
                <a:cs typeface="Trebuchet MS"/>
              </a:rPr>
              <a:t> </a:t>
            </a:r>
            <a:r>
              <a:rPr sz="1400" spc="390" dirty="0">
                <a:latin typeface="Trebuchet MS"/>
                <a:cs typeface="Trebuchet MS"/>
              </a:rPr>
              <a:t>–</a:t>
            </a:r>
            <a:r>
              <a:rPr sz="1400" spc="9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Servidor Local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2650" y="485775"/>
            <a:ext cx="1304925" cy="59055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295775" y="1809750"/>
            <a:ext cx="971550" cy="47625"/>
          </a:xfrm>
          <a:custGeom>
            <a:avLst/>
            <a:gdLst/>
            <a:ahLst/>
            <a:cxnLst/>
            <a:rect l="l" t="t" r="r" b="b"/>
            <a:pathLst>
              <a:path w="971550" h="47625">
                <a:moveTo>
                  <a:pt x="971550" y="0"/>
                </a:moveTo>
                <a:lnTo>
                  <a:pt x="0" y="0"/>
                </a:lnTo>
                <a:lnTo>
                  <a:pt x="0" y="47625"/>
                </a:lnTo>
                <a:lnTo>
                  <a:pt x="971550" y="47625"/>
                </a:lnTo>
                <a:lnTo>
                  <a:pt x="9715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62900" y="1771650"/>
            <a:ext cx="971550" cy="47625"/>
          </a:xfrm>
          <a:custGeom>
            <a:avLst/>
            <a:gdLst/>
            <a:ahLst/>
            <a:cxnLst/>
            <a:rect l="l" t="t" r="r" b="b"/>
            <a:pathLst>
              <a:path w="971550" h="47625">
                <a:moveTo>
                  <a:pt x="971550" y="0"/>
                </a:moveTo>
                <a:lnTo>
                  <a:pt x="0" y="0"/>
                </a:lnTo>
                <a:lnTo>
                  <a:pt x="0" y="47625"/>
                </a:lnTo>
                <a:lnTo>
                  <a:pt x="971550" y="47625"/>
                </a:lnTo>
                <a:lnTo>
                  <a:pt x="9715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30260" y="1469072"/>
            <a:ext cx="1791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AA00"/>
                </a:solidFill>
                <a:latin typeface="Trebuchet MS"/>
                <a:cs typeface="Trebuchet MS"/>
              </a:rPr>
              <a:t>Tercer</a:t>
            </a:r>
            <a:r>
              <a:rPr sz="1800" spc="-50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8AA00"/>
                </a:solidFill>
                <a:latin typeface="Trebuchet MS"/>
                <a:cs typeface="Trebuchet MS"/>
              </a:rPr>
              <a:t>Trimestre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1305" y="1984692"/>
            <a:ext cx="2094230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2880" indent="-170180">
              <a:lnSpc>
                <a:spcPts val="1664"/>
              </a:lnSpc>
              <a:spcBef>
                <a:spcPts val="125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latin typeface="Trebuchet MS"/>
                <a:cs typeface="Trebuchet MS"/>
              </a:rPr>
              <a:t>Planeación</a:t>
            </a:r>
            <a:r>
              <a:rPr sz="1400" spc="204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85" dirty="0">
                <a:latin typeface="Trebuchet MS"/>
                <a:cs typeface="Trebuchet MS"/>
              </a:rPr>
              <a:t> </a:t>
            </a:r>
            <a:r>
              <a:rPr sz="1400" spc="40" dirty="0">
                <a:latin typeface="Trebuchet MS"/>
                <a:cs typeface="Trebuchet MS"/>
              </a:rPr>
              <a:t>Pruebas</a:t>
            </a:r>
            <a:endParaRPr sz="1400">
              <a:latin typeface="Trebuchet MS"/>
              <a:cs typeface="Trebuchet MS"/>
            </a:endParaRPr>
          </a:p>
          <a:p>
            <a:pPr marL="182880" indent="-170180">
              <a:lnSpc>
                <a:spcPts val="1664"/>
              </a:lnSpc>
              <a:buFont typeface="Arial MT"/>
              <a:buChar char="•"/>
              <a:tabLst>
                <a:tab pos="182880" algn="l"/>
              </a:tabLst>
            </a:pPr>
            <a:r>
              <a:rPr sz="1400" dirty="0">
                <a:latin typeface="Trebuchet MS"/>
                <a:cs typeface="Trebuchet MS"/>
              </a:rPr>
              <a:t>Ejecución</a:t>
            </a:r>
            <a:r>
              <a:rPr sz="1400" spc="1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30" dirty="0">
                <a:latin typeface="Trebuchet MS"/>
                <a:cs typeface="Trebuchet MS"/>
              </a:rPr>
              <a:t> </a:t>
            </a:r>
            <a:r>
              <a:rPr sz="1400" spc="40" dirty="0">
                <a:latin typeface="Trebuchet MS"/>
                <a:cs typeface="Trebuchet MS"/>
              </a:rPr>
              <a:t>Pruebas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1260" y="4128706"/>
            <a:ext cx="3242310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solidFill>
                  <a:srgbClr val="38AA00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Cuarto</a:t>
            </a:r>
            <a:r>
              <a:rPr sz="1800" u="heavy" spc="215" dirty="0">
                <a:solidFill>
                  <a:srgbClr val="38AA00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heavy" spc="-10" dirty="0">
                <a:solidFill>
                  <a:srgbClr val="38AA00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Tr</a:t>
            </a:r>
            <a:r>
              <a:rPr sz="1800" spc="-10" dirty="0">
                <a:solidFill>
                  <a:srgbClr val="38AA00"/>
                </a:solidFill>
                <a:latin typeface="Trebuchet MS"/>
                <a:cs typeface="Trebuchet MS"/>
              </a:rPr>
              <a:t>imestre</a:t>
            </a:r>
            <a:endParaRPr sz="1800">
              <a:latin typeface="Trebuchet MS"/>
              <a:cs typeface="Trebuchet MS"/>
            </a:endParaRPr>
          </a:p>
          <a:p>
            <a:pPr marL="234950" indent="-170180">
              <a:lnSpc>
                <a:spcPts val="1664"/>
              </a:lnSpc>
              <a:spcBef>
                <a:spcPts val="1600"/>
              </a:spcBef>
              <a:buFont typeface="Arial MT"/>
              <a:buChar char="•"/>
              <a:tabLst>
                <a:tab pos="234950" algn="l"/>
              </a:tabLst>
            </a:pPr>
            <a:r>
              <a:rPr sz="1400" spc="50" dirty="0">
                <a:latin typeface="Trebuchet MS"/>
                <a:cs typeface="Trebuchet MS"/>
              </a:rPr>
              <a:t>Manual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Instalación</a:t>
            </a:r>
            <a:endParaRPr sz="1400">
              <a:latin typeface="Trebuchet MS"/>
              <a:cs typeface="Trebuchet MS"/>
            </a:endParaRPr>
          </a:p>
          <a:p>
            <a:pPr marL="234950" marR="535940" indent="-170180">
              <a:lnSpc>
                <a:spcPts val="1730"/>
              </a:lnSpc>
              <a:buFont typeface="Arial MT"/>
              <a:buChar char="•"/>
              <a:tabLst>
                <a:tab pos="236220" algn="l"/>
              </a:tabLst>
            </a:pPr>
            <a:r>
              <a:rPr sz="1400" dirty="0">
                <a:latin typeface="Trebuchet MS"/>
                <a:cs typeface="Trebuchet MS"/>
              </a:rPr>
              <a:t>Configuración</a:t>
            </a:r>
            <a:r>
              <a:rPr sz="1400" spc="2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del</a:t>
            </a:r>
            <a:r>
              <a:rPr sz="1400" spc="2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Servidor</a:t>
            </a:r>
            <a:r>
              <a:rPr sz="1400" spc="125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de 	</a:t>
            </a:r>
            <a:r>
              <a:rPr sz="1400" spc="-10" dirty="0">
                <a:latin typeface="Trebuchet MS"/>
                <a:cs typeface="Trebuchet MS"/>
              </a:rPr>
              <a:t>Aplicaciones</a:t>
            </a:r>
            <a:endParaRPr sz="1400">
              <a:latin typeface="Trebuchet MS"/>
              <a:cs typeface="Trebuchet MS"/>
            </a:endParaRPr>
          </a:p>
          <a:p>
            <a:pPr marL="234950" indent="-170180">
              <a:lnSpc>
                <a:spcPts val="1585"/>
              </a:lnSpc>
              <a:buFont typeface="Arial MT"/>
              <a:buChar char="•"/>
              <a:tabLst>
                <a:tab pos="234950" algn="l"/>
              </a:tabLst>
            </a:pPr>
            <a:r>
              <a:rPr sz="1400" dirty="0">
                <a:latin typeface="Trebuchet MS"/>
                <a:cs typeface="Trebuchet MS"/>
              </a:rPr>
              <a:t>Configuración</a:t>
            </a:r>
            <a:r>
              <a:rPr sz="1400" spc="16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del</a:t>
            </a:r>
            <a:r>
              <a:rPr sz="1400" spc="18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Servidor</a:t>
            </a:r>
            <a:r>
              <a:rPr sz="1400" spc="80" dirty="0">
                <a:latin typeface="Trebuchet MS"/>
                <a:cs typeface="Trebuchet MS"/>
              </a:rPr>
              <a:t> </a:t>
            </a:r>
            <a:r>
              <a:rPr sz="1400" spc="70" dirty="0">
                <a:latin typeface="Trebuchet MS"/>
                <a:cs typeface="Trebuchet MS"/>
              </a:rPr>
              <a:t>de</a:t>
            </a:r>
            <a:r>
              <a:rPr sz="1400" spc="135" dirty="0">
                <a:latin typeface="Trebuchet MS"/>
                <a:cs typeface="Trebuchet MS"/>
              </a:rPr>
              <a:t> </a:t>
            </a:r>
            <a:r>
              <a:rPr sz="1400" spc="95" dirty="0">
                <a:latin typeface="Trebuchet MS"/>
                <a:cs typeface="Trebuchet MS"/>
              </a:rPr>
              <a:t>BBDD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0" y="4505325"/>
            <a:ext cx="971550" cy="47625"/>
          </a:xfrm>
          <a:custGeom>
            <a:avLst/>
            <a:gdLst/>
            <a:ahLst/>
            <a:cxnLst/>
            <a:rect l="l" t="t" r="r" b="b"/>
            <a:pathLst>
              <a:path w="971550" h="47625">
                <a:moveTo>
                  <a:pt x="971550" y="0"/>
                </a:moveTo>
                <a:lnTo>
                  <a:pt x="0" y="0"/>
                </a:lnTo>
                <a:lnTo>
                  <a:pt x="0" y="47625"/>
                </a:lnTo>
                <a:lnTo>
                  <a:pt x="971550" y="47625"/>
                </a:lnTo>
                <a:lnTo>
                  <a:pt x="9715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03265" y="4203128"/>
            <a:ext cx="1820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AA00"/>
                </a:solidFill>
                <a:latin typeface="Trebuchet MS"/>
                <a:cs typeface="Trebuchet MS"/>
              </a:rPr>
              <a:t>Quinto</a:t>
            </a:r>
            <a:r>
              <a:rPr sz="1800" spc="120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8AA00"/>
                </a:solidFill>
                <a:latin typeface="Trebuchet MS"/>
                <a:cs typeface="Trebuchet MS"/>
              </a:rPr>
              <a:t>Trimestre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78044" y="4602797"/>
            <a:ext cx="2200275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2880" indent="-170180">
              <a:lnSpc>
                <a:spcPts val="1664"/>
              </a:lnSpc>
              <a:spcBef>
                <a:spcPts val="125"/>
              </a:spcBef>
              <a:buFont typeface="Arial MT"/>
              <a:buChar char="•"/>
              <a:tabLst>
                <a:tab pos="182880" algn="l"/>
              </a:tabLst>
            </a:pPr>
            <a:r>
              <a:rPr sz="1400" spc="50" dirty="0">
                <a:latin typeface="Trebuchet MS"/>
                <a:cs typeface="Trebuchet MS"/>
              </a:rPr>
              <a:t>Manual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Usuario</a:t>
            </a:r>
            <a:endParaRPr sz="1400">
              <a:latin typeface="Trebuchet MS"/>
              <a:cs typeface="Trebuchet MS"/>
            </a:endParaRPr>
          </a:p>
          <a:p>
            <a:pPr marL="182880" marR="5080" indent="-170180">
              <a:lnSpc>
                <a:spcPts val="173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spc="60" dirty="0">
                <a:latin typeface="Trebuchet MS"/>
                <a:cs typeface="Trebuchet MS"/>
              </a:rPr>
              <a:t>Sistema</a:t>
            </a:r>
            <a:r>
              <a:rPr sz="1400" spc="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de</a:t>
            </a:r>
            <a:r>
              <a:rPr sz="1400" spc="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Información 	</a:t>
            </a:r>
            <a:r>
              <a:rPr sz="1400" spc="70" dirty="0">
                <a:latin typeface="Trebuchet MS"/>
                <a:cs typeface="Trebuchet MS"/>
              </a:rPr>
              <a:t>Web</a:t>
            </a:r>
            <a:r>
              <a:rPr sz="1400" spc="60" dirty="0">
                <a:latin typeface="Trebuchet MS"/>
                <a:cs typeface="Trebuchet MS"/>
              </a:rPr>
              <a:t> </a:t>
            </a:r>
            <a:r>
              <a:rPr sz="1400" spc="390" dirty="0">
                <a:latin typeface="Trebuchet MS"/>
                <a:cs typeface="Trebuchet MS"/>
              </a:rPr>
              <a:t>–</a:t>
            </a:r>
            <a:r>
              <a:rPr sz="1400" spc="7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Servidor</a:t>
            </a:r>
            <a:r>
              <a:rPr sz="1400" spc="6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Externo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6325" y="457200"/>
            <a:ext cx="107632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4997" y="5206414"/>
            <a:ext cx="4349750" cy="56578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8F9AF"/>
                </a:solidFill>
                <a:latin typeface="Arial MT"/>
                <a:cs typeface="Arial MT"/>
              </a:rPr>
              <a:t>de</a:t>
            </a:r>
            <a:r>
              <a:rPr sz="1400" spc="229" dirty="0">
                <a:solidFill>
                  <a:srgbClr val="D8F9AF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 MT"/>
                <a:cs typeface="Arial MT"/>
              </a:rPr>
              <a:t>atención</a:t>
            </a:r>
            <a:r>
              <a:rPr sz="1400" spc="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7E9E5D"/>
                </a:solidFill>
                <a:latin typeface="Arial MT"/>
                <a:cs typeface="Arial MT"/>
              </a:rPr>
              <a:t>al</a:t>
            </a:r>
            <a:r>
              <a:rPr sz="1400" spc="180" dirty="0">
                <a:solidFill>
                  <a:srgbClr val="7E9E5D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 MT"/>
                <a:cs typeface="Arial MT"/>
              </a:rPr>
              <a:t>ciudadano:</a:t>
            </a:r>
            <a:r>
              <a:rPr sz="1400" spc="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82C157"/>
                </a:solidFill>
                <a:latin typeface="Arial MT"/>
                <a:cs typeface="Arial MT"/>
              </a:rPr>
              <a:t>8000</a:t>
            </a:r>
            <a:r>
              <a:rPr sz="1400" spc="229" dirty="0">
                <a:solidFill>
                  <a:srgbClr val="82C157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910270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400" spc="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 MT"/>
                <a:cs typeface="Arial MT"/>
              </a:rPr>
              <a:t>aten</a:t>
            </a:r>
            <a:r>
              <a:rPr sz="14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ción</a:t>
            </a:r>
            <a:r>
              <a:rPr sz="140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79AF60"/>
                </a:solidFill>
                <a:latin typeface="Arial MT"/>
                <a:cs typeface="Arial MT"/>
              </a:rPr>
              <a:t>al</a:t>
            </a:r>
            <a:r>
              <a:rPr sz="1400" spc="185" dirty="0">
                <a:solidFill>
                  <a:srgbClr val="79AF60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empresario:</a:t>
            </a:r>
            <a:r>
              <a:rPr sz="14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6FFCD"/>
                </a:solidFill>
                <a:latin typeface="Arial MT"/>
                <a:cs typeface="Arial MT"/>
              </a:rPr>
              <a:t>01</a:t>
            </a:r>
            <a:r>
              <a:rPr sz="1400" spc="60" dirty="0">
                <a:solidFill>
                  <a:srgbClr val="E6FFCD"/>
                </a:solidFill>
                <a:latin typeface="Arial MT"/>
                <a:cs typeface="Arial MT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 MT"/>
                <a:cs typeface="Arial MT"/>
              </a:rPr>
              <a:t>8000</a:t>
            </a:r>
            <a:r>
              <a:rPr sz="1400" spc="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910682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5296" y="5399075"/>
            <a:ext cx="19856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8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15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15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E9FFF2"/>
                </a:solidFill>
                <a:latin typeface="Arial Black"/>
                <a:cs typeface="Arial Black"/>
              </a:rPr>
              <a:t>.</a:t>
            </a:r>
            <a:r>
              <a:rPr sz="1300" spc="-140" dirty="0">
                <a:solidFill>
                  <a:srgbClr val="E9FFF2"/>
                </a:solidFill>
                <a:latin typeface="Arial Black"/>
                <a:cs typeface="Arial Black"/>
              </a:rPr>
              <a:t> </a:t>
            </a:r>
            <a:r>
              <a:rPr sz="1300" spc="-150" dirty="0">
                <a:solidFill>
                  <a:srgbClr val="FFFFFF"/>
                </a:solidFill>
                <a:latin typeface="Arial Black"/>
                <a:cs typeface="Arial Black"/>
              </a:rPr>
              <a:t>s</a:t>
            </a:r>
            <a:r>
              <a:rPr sz="1300" spc="-130" dirty="0">
                <a:solidFill>
                  <a:srgbClr val="FFFFFF"/>
                </a:solidFill>
                <a:latin typeface="Arial Black"/>
                <a:cs typeface="Arial Black"/>
              </a:rPr>
              <a:t> e</a:t>
            </a:r>
            <a:r>
              <a:rPr sz="13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30" dirty="0">
                <a:solidFill>
                  <a:srgbClr val="E8FFD8"/>
                </a:solidFill>
                <a:latin typeface="Arial Black"/>
                <a:cs typeface="Arial Black"/>
              </a:rPr>
              <a:t>a </a:t>
            </a:r>
            <a:r>
              <a:rPr sz="1300" spc="-60" dirty="0">
                <a:solidFill>
                  <a:srgbClr val="EFFFD8"/>
                </a:solidFill>
                <a:latin typeface="Arial Black"/>
                <a:cs typeface="Arial Black"/>
              </a:rPr>
              <a:t>.</a:t>
            </a:r>
            <a:r>
              <a:rPr sz="1300" spc="-130" dirty="0">
                <a:solidFill>
                  <a:srgbClr val="EFFFD8"/>
                </a:solidFill>
                <a:latin typeface="Arial Black"/>
                <a:cs typeface="Arial Black"/>
              </a:rPr>
              <a:t> </a:t>
            </a:r>
            <a:r>
              <a:rPr sz="1300" spc="-17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95" dirty="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sz="13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45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60" dirty="0">
                <a:solidFill>
                  <a:srgbClr val="E9FFC6"/>
                </a:solidFill>
                <a:latin typeface="Arial Black"/>
                <a:cs typeface="Arial Black"/>
              </a:rPr>
              <a:t>.</a:t>
            </a:r>
            <a:r>
              <a:rPr sz="1300" spc="-135" dirty="0">
                <a:solidFill>
                  <a:srgbClr val="E9FFC6"/>
                </a:solidFill>
                <a:latin typeface="Arial Black"/>
                <a:cs typeface="Arial Black"/>
              </a:rPr>
              <a:t> </a:t>
            </a:r>
            <a:r>
              <a:rPr sz="1300" spc="-204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30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85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48109" y="5545476"/>
            <a:ext cx="1842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8AB870"/>
                </a:solidFill>
                <a:latin typeface="Arial Black"/>
                <a:cs typeface="Arial Black"/>
              </a:rPr>
              <a:t>@</a:t>
            </a:r>
            <a:r>
              <a:rPr sz="1300" spc="-90" dirty="0">
                <a:solidFill>
                  <a:srgbClr val="8AB870"/>
                </a:solidFill>
                <a:latin typeface="Arial Black"/>
                <a:cs typeface="Arial Black"/>
              </a:rPr>
              <a:t> </a:t>
            </a:r>
            <a:r>
              <a:rPr sz="1300" spc="-120" dirty="0">
                <a:solidFill>
                  <a:srgbClr val="E9FFD3"/>
                </a:solidFill>
                <a:latin typeface="Arial Black"/>
                <a:cs typeface="Arial Black"/>
              </a:rPr>
              <a:t>S</a:t>
            </a:r>
            <a:r>
              <a:rPr sz="1300" spc="-110" dirty="0">
                <a:solidFill>
                  <a:srgbClr val="E9FFD3"/>
                </a:solidFill>
                <a:latin typeface="Arial Black"/>
                <a:cs typeface="Arial Black"/>
              </a:rPr>
              <a:t> </a:t>
            </a:r>
            <a:r>
              <a:rPr sz="1300" spc="-15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4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2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3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3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65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3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6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3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300" spc="-1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4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3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endParaRPr sz="1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1391</Words>
  <Application>Microsoft Office PowerPoint</Application>
  <PresentationFormat>Panorámica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Black</vt:lpstr>
      <vt:lpstr>Arial MT</vt:lpstr>
      <vt:lpstr>Calibri</vt:lpstr>
      <vt:lpstr>Times New Roman</vt:lpstr>
      <vt:lpstr>Trebuchet MS</vt:lpstr>
      <vt:lpstr>Office Theme</vt:lpstr>
      <vt:lpstr>CONTROL STORE</vt:lpstr>
      <vt:lpstr>CONTROL STORE</vt:lpstr>
      <vt:lpstr>Introducción</vt:lpstr>
      <vt:lpstr>CONTROL STORE</vt:lpstr>
      <vt:lpstr>Problema</vt:lpstr>
      <vt:lpstr>Problema</vt:lpstr>
      <vt:lpstr>Objetivo General</vt:lpstr>
      <vt:lpstr>Justificación</vt:lpstr>
      <vt:lpstr>Alcance</vt:lpstr>
      <vt:lpstr>Delimitación</vt:lpstr>
      <vt:lpstr>Entregables Proyecto Formativo por Trimestre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Alejandro Ortegon Acosta</cp:lastModifiedBy>
  <cp:revision>6</cp:revision>
  <dcterms:created xsi:type="dcterms:W3CDTF">2026-04-14T15:52:21Z</dcterms:created>
  <dcterms:modified xsi:type="dcterms:W3CDTF">2026-04-14T16:55:24Z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LastSaved">
    <vt:filetime>2026-04-14T00:00:00Z</vt:filetime>
  </property>
  <property fmtid="{D5CDD505-2E9C-101B-9397-08002B2CF9AE}" pid="4" name="MSIP_Label_1299739c-ad3d-4908-806e-4d91151a6e13_ActionId">
    <vt:lpwstr>8c6bc714-34a9-4b82-914e-50b1377a2da4</vt:lpwstr>
  </property>
  <property fmtid="{D5CDD505-2E9C-101B-9397-08002B2CF9AE}" pid="5" name="MSIP_Label_1299739c-ad3d-4908-806e-4d91151a6e13_ContentBits">
    <vt:lpwstr>0</vt:lpwstr>
  </property>
  <property fmtid="{D5CDD505-2E9C-101B-9397-08002B2CF9AE}" pid="6" name="MSIP_Label_1299739c-ad3d-4908-806e-4d91151a6e13_Enabled">
    <vt:lpwstr>true</vt:lpwstr>
  </property>
  <property fmtid="{D5CDD505-2E9C-101B-9397-08002B2CF9AE}" pid="7" name="MSIP_Label_1299739c-ad3d-4908-806e-4d91151a6e13_Method">
    <vt:lpwstr>Standard</vt:lpwstr>
  </property>
  <property fmtid="{D5CDD505-2E9C-101B-9397-08002B2CF9AE}" pid="8" name="MSIP_Label_1299739c-ad3d-4908-806e-4d91151a6e13_Name">
    <vt:lpwstr>All Employees (Unrestricted)</vt:lpwstr>
  </property>
  <property fmtid="{D5CDD505-2E9C-101B-9397-08002B2CF9AE}" pid="9" name="MSIP_Label_1299739c-ad3d-4908-806e-4d91151a6e13_SetDate">
    <vt:lpwstr>2022-08-12T19:17:55Z</vt:lpwstr>
  </property>
  <property fmtid="{D5CDD505-2E9C-101B-9397-08002B2CF9AE}" pid="10" name="MSIP_Label_1299739c-ad3d-4908-806e-4d91151a6e13_SiteId">
    <vt:lpwstr>cbc2c381-2f2e-4d93-91d1-506c9316ace7</vt:lpwstr>
  </property>
</Properties>
</file>